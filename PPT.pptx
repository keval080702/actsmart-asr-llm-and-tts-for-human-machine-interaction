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992" r:id="rId2"/>
  </p:sldMasterIdLst>
  <p:notesMasterIdLst>
    <p:notesMasterId r:id="rId19"/>
  </p:notesMasterIdLst>
  <p:sldIdLst>
    <p:sldId id="257" r:id="rId3"/>
    <p:sldId id="258" r:id="rId4"/>
    <p:sldId id="292" r:id="rId5"/>
    <p:sldId id="260" r:id="rId6"/>
    <p:sldId id="261" r:id="rId7"/>
    <p:sldId id="288" r:id="rId8"/>
    <p:sldId id="287" r:id="rId9"/>
    <p:sldId id="273" r:id="rId10"/>
    <p:sldId id="278" r:id="rId11"/>
    <p:sldId id="283" r:id="rId12"/>
    <p:sldId id="289" r:id="rId13"/>
    <p:sldId id="284" r:id="rId14"/>
    <p:sldId id="291" r:id="rId15"/>
    <p:sldId id="290" r:id="rId16"/>
    <p:sldId id="281" r:id="rId17"/>
    <p:sldId id="282" r:id="rId1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CE5BCF-FF84-5271-F694-F83455D6CDAC}" name="keval viradiya" initials="kv" userId="8c6e564c3b19e8d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microsoft.com/office/2018/10/relationships/authors" Target="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al viradiya" userId="8c6e564c3b19e8d5" providerId="LiveId" clId="{3C70D825-DDCD-4BA9-A8F9-68434CD0E503}"/>
    <pc:docChg chg="custSel addSld delSld modSld">
      <pc:chgData name="keval viradiya" userId="8c6e564c3b19e8d5" providerId="LiveId" clId="{3C70D825-DDCD-4BA9-A8F9-68434CD0E503}" dt="2025-01-30T13:52:07.296" v="86" actId="20577"/>
      <pc:docMkLst>
        <pc:docMk/>
      </pc:docMkLst>
      <pc:sldChg chg="modSp mod">
        <pc:chgData name="keval viradiya" userId="8c6e564c3b19e8d5" providerId="LiveId" clId="{3C70D825-DDCD-4BA9-A8F9-68434CD0E503}" dt="2025-01-30T13:52:07.296" v="86" actId="20577"/>
        <pc:sldMkLst>
          <pc:docMk/>
          <pc:sldMk cId="2168836148" sldId="257"/>
        </pc:sldMkLst>
        <pc:spChg chg="mod">
          <ac:chgData name="keval viradiya" userId="8c6e564c3b19e8d5" providerId="LiveId" clId="{3C70D825-DDCD-4BA9-A8F9-68434CD0E503}" dt="2025-01-30T13:52:07.296" v="86" actId="20577"/>
          <ac:spMkLst>
            <pc:docMk/>
            <pc:sldMk cId="2168836148" sldId="257"/>
            <ac:spMk id="2" creationId="{AFCCB0AD-10BE-79ED-D933-A5862F554161}"/>
          </ac:spMkLst>
        </pc:spChg>
      </pc:sldChg>
      <pc:sldChg chg="modSp mod">
        <pc:chgData name="keval viradiya" userId="8c6e564c3b19e8d5" providerId="LiveId" clId="{3C70D825-DDCD-4BA9-A8F9-68434CD0E503}" dt="2025-01-30T10:57:32.723" v="67" actId="20577"/>
        <pc:sldMkLst>
          <pc:docMk/>
          <pc:sldMk cId="4092350326" sldId="283"/>
        </pc:sldMkLst>
        <pc:spChg chg="mod">
          <ac:chgData name="keval viradiya" userId="8c6e564c3b19e8d5" providerId="LiveId" clId="{3C70D825-DDCD-4BA9-A8F9-68434CD0E503}" dt="2025-01-30T10:57:32.723" v="67" actId="20577"/>
          <ac:spMkLst>
            <pc:docMk/>
            <pc:sldMk cId="4092350326" sldId="283"/>
            <ac:spMk id="21" creationId="{9D449B71-ABBE-FD0F-932C-53719E7C02DB}"/>
          </ac:spMkLst>
        </pc:spChg>
      </pc:sldChg>
      <pc:sldChg chg="modSp mod">
        <pc:chgData name="keval viradiya" userId="8c6e564c3b19e8d5" providerId="LiveId" clId="{3C70D825-DDCD-4BA9-A8F9-68434CD0E503}" dt="2025-01-29T13:52:48.018" v="56" actId="20577"/>
        <pc:sldMkLst>
          <pc:docMk/>
          <pc:sldMk cId="1055127005" sldId="287"/>
        </pc:sldMkLst>
        <pc:spChg chg="mod">
          <ac:chgData name="keval viradiya" userId="8c6e564c3b19e8d5" providerId="LiveId" clId="{3C70D825-DDCD-4BA9-A8F9-68434CD0E503}" dt="2025-01-29T13:52:48.018" v="56" actId="20577"/>
          <ac:spMkLst>
            <pc:docMk/>
            <pc:sldMk cId="1055127005" sldId="287"/>
            <ac:spMk id="21" creationId="{3098263D-1EF5-613A-BA3C-53CD7E349483}"/>
          </ac:spMkLst>
        </pc:spChg>
      </pc:sldChg>
      <pc:sldChg chg="new del">
        <pc:chgData name="keval viradiya" userId="8c6e564c3b19e8d5" providerId="LiveId" clId="{3C70D825-DDCD-4BA9-A8F9-68434CD0E503}" dt="2025-01-30T12:55:43.955" v="69" actId="47"/>
        <pc:sldMkLst>
          <pc:docMk/>
          <pc:sldMk cId="343728255" sldId="293"/>
        </pc:sldMkLst>
      </pc:sldChg>
    </pc:docChg>
  </pc:docChgLst>
  <pc:docChgLst>
    <pc:chgData name="keval viradiya" userId="8c6e564c3b19e8d5" providerId="LiveId" clId="{8536160F-16A7-4274-B179-9D79289AD6FF}"/>
    <pc:docChg chg="undo custSel addSld delSld modSld sldOrd">
      <pc:chgData name="keval viradiya" userId="8c6e564c3b19e8d5" providerId="LiveId" clId="{8536160F-16A7-4274-B179-9D79289AD6FF}" dt="2025-01-24T21:05:30.577" v="161" actId="20577"/>
      <pc:docMkLst>
        <pc:docMk/>
      </pc:docMkLst>
      <pc:sldChg chg="modSp">
        <pc:chgData name="keval viradiya" userId="8c6e564c3b19e8d5" providerId="LiveId" clId="{8536160F-16A7-4274-B179-9D79289AD6FF}" dt="2024-12-18T07:18:01.696" v="39"/>
        <pc:sldMkLst>
          <pc:docMk/>
          <pc:sldMk cId="1415350862" sldId="258"/>
        </pc:sldMkLst>
        <pc:graphicFrameChg chg="mod">
          <ac:chgData name="keval viradiya" userId="8c6e564c3b19e8d5" providerId="LiveId" clId="{8536160F-16A7-4274-B179-9D79289AD6FF}" dt="2024-12-18T07:18:01.696" v="39"/>
          <ac:graphicFrameMkLst>
            <pc:docMk/>
            <pc:sldMk cId="1415350862" sldId="258"/>
            <ac:graphicFrameMk id="14" creationId="{33E85324-D295-61BD-5A4F-8156849035F9}"/>
          </ac:graphicFrameMkLst>
        </pc:graphicFrameChg>
      </pc:sldChg>
      <pc:sldChg chg="addSp delSp modSp mod modClrScheme chgLayout">
        <pc:chgData name="keval viradiya" userId="8c6e564c3b19e8d5" providerId="LiveId" clId="{8536160F-16A7-4274-B179-9D79289AD6FF}" dt="2025-01-24T17:59:46.943" v="50" actId="1076"/>
        <pc:sldMkLst>
          <pc:docMk/>
          <pc:sldMk cId="529100360" sldId="259"/>
        </pc:sldMkLst>
      </pc:sldChg>
      <pc:sldChg chg="modSp mod">
        <pc:chgData name="keval viradiya" userId="8c6e564c3b19e8d5" providerId="LiveId" clId="{8536160F-16A7-4274-B179-9D79289AD6FF}" dt="2024-12-18T07:18:17.620" v="40" actId="20577"/>
        <pc:sldMkLst>
          <pc:docMk/>
          <pc:sldMk cId="2708217338" sldId="260"/>
        </pc:sldMkLst>
        <pc:spChg chg="mod">
          <ac:chgData name="keval viradiya" userId="8c6e564c3b19e8d5" providerId="LiveId" clId="{8536160F-16A7-4274-B179-9D79289AD6FF}" dt="2024-12-18T07:18:17.620" v="40" actId="20577"/>
          <ac:spMkLst>
            <pc:docMk/>
            <pc:sldMk cId="2708217338" sldId="260"/>
            <ac:spMk id="2" creationId="{15ABB4DE-4EE1-2857-97F5-946848927059}"/>
          </ac:spMkLst>
        </pc:spChg>
      </pc:sldChg>
      <pc:sldChg chg="ord">
        <pc:chgData name="keval viradiya" userId="8c6e564c3b19e8d5" providerId="LiveId" clId="{8536160F-16A7-4274-B179-9D79289AD6FF}" dt="2025-01-24T16:27:31.930" v="42"/>
        <pc:sldMkLst>
          <pc:docMk/>
          <pc:sldMk cId="397010453" sldId="273"/>
        </pc:sldMkLst>
      </pc:sldChg>
      <pc:sldChg chg="modSp mod">
        <pc:chgData name="keval viradiya" userId="8c6e564c3b19e8d5" providerId="LiveId" clId="{8536160F-16A7-4274-B179-9D79289AD6FF}" dt="2025-01-24T18:25:27.497" v="130"/>
        <pc:sldMkLst>
          <pc:docMk/>
          <pc:sldMk cId="710817735" sldId="278"/>
        </pc:sldMkLst>
        <pc:spChg chg="mod">
          <ac:chgData name="keval viradiya" userId="8c6e564c3b19e8d5" providerId="LiveId" clId="{8536160F-16A7-4274-B179-9D79289AD6FF}" dt="2025-01-24T18:25:27.497" v="130"/>
          <ac:spMkLst>
            <pc:docMk/>
            <pc:sldMk cId="710817735" sldId="278"/>
            <ac:spMk id="21" creationId="{0F565283-7312-D91A-4578-D7E78B9D5564}"/>
          </ac:spMkLst>
        </pc:spChg>
      </pc:sldChg>
      <pc:sldChg chg="addSp modSp add del mod">
        <pc:chgData name="keval viradiya" userId="8c6e564c3b19e8d5" providerId="LiveId" clId="{8536160F-16A7-4274-B179-9D79289AD6FF}" dt="2025-01-24T18:11:37.050" v="68" actId="47"/>
        <pc:sldMkLst>
          <pc:docMk/>
          <pc:sldMk cId="3411069265" sldId="286"/>
        </pc:sldMkLst>
      </pc:sldChg>
      <pc:sldChg chg="new del">
        <pc:chgData name="keval viradiya" userId="8c6e564c3b19e8d5" providerId="LiveId" clId="{8536160F-16A7-4274-B179-9D79289AD6FF}" dt="2024-12-17T21:58:00.201" v="37" actId="680"/>
        <pc:sldMkLst>
          <pc:docMk/>
          <pc:sldMk cId="4073319191" sldId="286"/>
        </pc:sldMkLst>
      </pc:sldChg>
      <pc:sldChg chg="new del">
        <pc:chgData name="keval viradiya" userId="8c6e564c3b19e8d5" providerId="LiveId" clId="{8536160F-16A7-4274-B179-9D79289AD6FF}" dt="2025-01-24T18:09:35.654" v="52" actId="680"/>
        <pc:sldMkLst>
          <pc:docMk/>
          <pc:sldMk cId="4238220369" sldId="286"/>
        </pc:sldMkLst>
      </pc:sldChg>
      <pc:sldChg chg="addSp modSp add mod">
        <pc:chgData name="keval viradiya" userId="8c6e564c3b19e8d5" providerId="LiveId" clId="{8536160F-16A7-4274-B179-9D79289AD6FF}" dt="2025-01-24T21:04:51.235" v="141" actId="20577"/>
        <pc:sldMkLst>
          <pc:docMk/>
          <pc:sldMk cId="1055127005" sldId="287"/>
        </pc:sldMkLst>
        <pc:spChg chg="mod">
          <ac:chgData name="keval viradiya" userId="8c6e564c3b19e8d5" providerId="LiveId" clId="{8536160F-16A7-4274-B179-9D79289AD6FF}" dt="2025-01-24T18:12:35.441" v="87" actId="20577"/>
          <ac:spMkLst>
            <pc:docMk/>
            <pc:sldMk cId="1055127005" sldId="287"/>
            <ac:spMk id="3" creationId="{88446527-325B-2CDE-9F9E-1C373DB833F1}"/>
          </ac:spMkLst>
        </pc:spChg>
        <pc:spChg chg="mod">
          <ac:chgData name="keval viradiya" userId="8c6e564c3b19e8d5" providerId="LiveId" clId="{8536160F-16A7-4274-B179-9D79289AD6FF}" dt="2025-01-24T21:04:51.235" v="141" actId="20577"/>
          <ac:spMkLst>
            <pc:docMk/>
            <pc:sldMk cId="1055127005" sldId="287"/>
            <ac:spMk id="21" creationId="{3098263D-1EF5-613A-BA3C-53CD7E349483}"/>
          </ac:spMkLst>
        </pc:spChg>
      </pc:sldChg>
      <pc:sldChg chg="add del">
        <pc:chgData name="keval viradiya" userId="8c6e564c3b19e8d5" providerId="LiveId" clId="{8536160F-16A7-4274-B179-9D79289AD6FF}" dt="2025-01-24T18:09:48.225" v="55"/>
        <pc:sldMkLst>
          <pc:docMk/>
          <pc:sldMk cId="1827067172" sldId="287"/>
        </pc:sldMkLst>
      </pc:sldChg>
      <pc:sldChg chg="modSp add mod">
        <pc:chgData name="keval viradiya" userId="8c6e564c3b19e8d5" providerId="LiveId" clId="{8536160F-16A7-4274-B179-9D79289AD6FF}" dt="2025-01-24T21:05:30.577" v="161" actId="20577"/>
        <pc:sldMkLst>
          <pc:docMk/>
          <pc:sldMk cId="628094405" sldId="288"/>
        </pc:sldMkLst>
      </pc:sldChg>
      <pc:sldChg chg="add del">
        <pc:chgData name="keval viradiya" userId="8c6e564c3b19e8d5" providerId="LiveId" clId="{8536160F-16A7-4274-B179-9D79289AD6FF}" dt="2025-01-24T21:04:51.501" v="142"/>
        <pc:sldMkLst>
          <pc:docMk/>
          <pc:sldMk cId="1609776614" sldId="288"/>
        </pc:sldMkLst>
      </pc:sldChg>
      <pc:sldChg chg="add del">
        <pc:chgData name="keval viradiya" userId="8c6e564c3b19e8d5" providerId="LiveId" clId="{8536160F-16A7-4274-B179-9D79289AD6FF}" dt="2025-01-24T21:04:29.968" v="133"/>
        <pc:sldMkLst>
          <pc:docMk/>
          <pc:sldMk cId="528552" sldId="289"/>
        </pc:sldMkLst>
      </pc:sldChg>
    </pc:docChg>
  </pc:docChgLst>
  <pc:docChgLst>
    <pc:chgData name="keval viradiya" userId="8c6e564c3b19e8d5" providerId="LiveId" clId="{492B6C16-1193-4AE5-9128-B8BDCEFFAEBD}"/>
    <pc:docChg chg="undo custSel addSld delSld modSld">
      <pc:chgData name="keval viradiya" userId="8c6e564c3b19e8d5" providerId="LiveId" clId="{492B6C16-1193-4AE5-9128-B8BDCEFFAEBD}" dt="2025-01-24T22:26:40.978" v="604" actId="113"/>
      <pc:docMkLst>
        <pc:docMk/>
      </pc:docMkLst>
      <pc:sldChg chg="delSp modSp del mod">
        <pc:chgData name="keval viradiya" userId="8c6e564c3b19e8d5" providerId="LiveId" clId="{492B6C16-1193-4AE5-9128-B8BDCEFFAEBD}" dt="2025-01-24T22:01:11.803" v="596" actId="47"/>
        <pc:sldMkLst>
          <pc:docMk/>
          <pc:sldMk cId="529100360" sldId="259"/>
        </pc:sldMkLst>
      </pc:sldChg>
      <pc:sldChg chg="addSp modSp mod">
        <pc:chgData name="keval viradiya" userId="8c6e564c3b19e8d5" providerId="LiveId" clId="{492B6C16-1193-4AE5-9128-B8BDCEFFAEBD}" dt="2025-01-24T21:32:08.862" v="220" actId="2711"/>
        <pc:sldMkLst>
          <pc:docMk/>
          <pc:sldMk cId="710817735" sldId="278"/>
        </pc:sldMkLst>
        <pc:spChg chg="mod">
          <ac:chgData name="keval viradiya" userId="8c6e564c3b19e8d5" providerId="LiveId" clId="{492B6C16-1193-4AE5-9128-B8BDCEFFAEBD}" dt="2025-01-24T21:32:08.862" v="220" actId="2711"/>
          <ac:spMkLst>
            <pc:docMk/>
            <pc:sldMk cId="710817735" sldId="278"/>
            <ac:spMk id="21" creationId="{0F565283-7312-D91A-4578-D7E78B9D5564}"/>
          </ac:spMkLst>
        </pc:spChg>
      </pc:sldChg>
      <pc:sldChg chg="modSp mod">
        <pc:chgData name="keval viradiya" userId="8c6e564c3b19e8d5" providerId="LiveId" clId="{492B6C16-1193-4AE5-9128-B8BDCEFFAEBD}" dt="2025-01-24T22:02:08.101" v="603" actId="1076"/>
        <pc:sldMkLst>
          <pc:docMk/>
          <pc:sldMk cId="4092350326" sldId="283"/>
        </pc:sldMkLst>
        <pc:spChg chg="mod">
          <ac:chgData name="keval viradiya" userId="8c6e564c3b19e8d5" providerId="LiveId" clId="{492B6C16-1193-4AE5-9128-B8BDCEFFAEBD}" dt="2025-01-24T22:02:08.101" v="603" actId="1076"/>
          <ac:spMkLst>
            <pc:docMk/>
            <pc:sldMk cId="4092350326" sldId="283"/>
            <ac:spMk id="21" creationId="{9D449B71-ABBE-FD0F-932C-53719E7C02DB}"/>
          </ac:spMkLst>
        </pc:spChg>
      </pc:sldChg>
      <pc:sldChg chg="modSp mod">
        <pc:chgData name="keval viradiya" userId="8c6e564c3b19e8d5" providerId="LiveId" clId="{492B6C16-1193-4AE5-9128-B8BDCEFFAEBD}" dt="2025-01-24T22:01:38.423" v="600" actId="1076"/>
        <pc:sldMkLst>
          <pc:docMk/>
          <pc:sldMk cId="374451385" sldId="284"/>
        </pc:sldMkLst>
        <pc:spChg chg="mod">
          <ac:chgData name="keval viradiya" userId="8c6e564c3b19e8d5" providerId="LiveId" clId="{492B6C16-1193-4AE5-9128-B8BDCEFFAEBD}" dt="2025-01-24T22:01:38.423" v="600" actId="1076"/>
          <ac:spMkLst>
            <pc:docMk/>
            <pc:sldMk cId="374451385" sldId="284"/>
            <ac:spMk id="21" creationId="{6503DB7A-E789-0FD0-FDCE-783AA8E03259}"/>
          </ac:spMkLst>
        </pc:spChg>
      </pc:sldChg>
      <pc:sldChg chg="del">
        <pc:chgData name="keval viradiya" userId="8c6e564c3b19e8d5" providerId="LiveId" clId="{492B6C16-1193-4AE5-9128-B8BDCEFFAEBD}" dt="2025-01-24T21:43:55.820" v="363" actId="47"/>
        <pc:sldMkLst>
          <pc:docMk/>
          <pc:sldMk cId="3118089766" sldId="285"/>
        </pc:sldMkLst>
      </pc:sldChg>
      <pc:sldChg chg="modSp del mod">
        <pc:chgData name="keval viradiya" userId="8c6e564c3b19e8d5" providerId="LiveId" clId="{492B6C16-1193-4AE5-9128-B8BDCEFFAEBD}" dt="2025-01-24T21:20:24.965" v="10" actId="47"/>
        <pc:sldMkLst>
          <pc:docMk/>
          <pc:sldMk cId="628094405" sldId="288"/>
        </pc:sldMkLst>
      </pc:sldChg>
      <pc:sldChg chg="modSp add mod">
        <pc:chgData name="keval viradiya" userId="8c6e564c3b19e8d5" providerId="LiveId" clId="{492B6C16-1193-4AE5-9128-B8BDCEFFAEBD}" dt="2025-01-24T21:22:59.693" v="54" actId="20577"/>
        <pc:sldMkLst>
          <pc:docMk/>
          <pc:sldMk cId="3758471650" sldId="288"/>
        </pc:sldMkLst>
        <pc:spChg chg="mod">
          <ac:chgData name="keval viradiya" userId="8c6e564c3b19e8d5" providerId="LiveId" clId="{492B6C16-1193-4AE5-9128-B8BDCEFFAEBD}" dt="2025-01-24T21:22:59.693" v="54" actId="20577"/>
          <ac:spMkLst>
            <pc:docMk/>
            <pc:sldMk cId="3758471650" sldId="288"/>
            <ac:spMk id="2" creationId="{E8F15726-14C2-8EDA-971A-912FA15147A9}"/>
          </ac:spMkLst>
        </pc:spChg>
        <pc:spChg chg="mod">
          <ac:chgData name="keval viradiya" userId="8c6e564c3b19e8d5" providerId="LiveId" clId="{492B6C16-1193-4AE5-9128-B8BDCEFFAEBD}" dt="2025-01-24T21:20:48.380" v="32" actId="20577"/>
          <ac:spMkLst>
            <pc:docMk/>
            <pc:sldMk cId="3758471650" sldId="288"/>
            <ac:spMk id="3" creationId="{C29EB0EF-73C5-7B1C-F575-885355F89D81}"/>
          </ac:spMkLst>
        </pc:spChg>
      </pc:sldChg>
      <pc:sldChg chg="modSp add mod">
        <pc:chgData name="keval viradiya" userId="8c6e564c3b19e8d5" providerId="LiveId" clId="{492B6C16-1193-4AE5-9128-B8BDCEFFAEBD}" dt="2025-01-24T21:44:23.661" v="369" actId="2711"/>
        <pc:sldMkLst>
          <pc:docMk/>
          <pc:sldMk cId="3911908862" sldId="289"/>
        </pc:sldMkLst>
        <pc:spChg chg="mod">
          <ac:chgData name="keval viradiya" userId="8c6e564c3b19e8d5" providerId="LiveId" clId="{492B6C16-1193-4AE5-9128-B8BDCEFFAEBD}" dt="2025-01-24T21:44:23.661" v="369" actId="2711"/>
          <ac:spMkLst>
            <pc:docMk/>
            <pc:sldMk cId="3911908862" sldId="289"/>
            <ac:spMk id="21" creationId="{88824BFD-661D-DAA5-6EEC-6F2E09ECAE5B}"/>
          </ac:spMkLst>
        </pc:spChg>
      </pc:sldChg>
      <pc:sldChg chg="modSp add mod">
        <pc:chgData name="keval viradiya" userId="8c6e564c3b19e8d5" providerId="LiveId" clId="{492B6C16-1193-4AE5-9128-B8BDCEFFAEBD}" dt="2025-01-24T21:55:41.512" v="432" actId="1076"/>
        <pc:sldMkLst>
          <pc:docMk/>
          <pc:sldMk cId="203966882" sldId="290"/>
        </pc:sldMkLst>
        <pc:spChg chg="mod">
          <ac:chgData name="keval viradiya" userId="8c6e564c3b19e8d5" providerId="LiveId" clId="{492B6C16-1193-4AE5-9128-B8BDCEFFAEBD}" dt="2025-01-24T21:45:05.674" v="384" actId="20577"/>
          <ac:spMkLst>
            <pc:docMk/>
            <pc:sldMk cId="203966882" sldId="290"/>
            <ac:spMk id="3" creationId="{B8B522E8-8C97-B076-A8F5-8CD93427A9C8}"/>
          </ac:spMkLst>
        </pc:spChg>
        <pc:spChg chg="mod">
          <ac:chgData name="keval viradiya" userId="8c6e564c3b19e8d5" providerId="LiveId" clId="{492B6C16-1193-4AE5-9128-B8BDCEFFAEBD}" dt="2025-01-24T21:55:41.512" v="432" actId="1076"/>
          <ac:spMkLst>
            <pc:docMk/>
            <pc:sldMk cId="203966882" sldId="290"/>
            <ac:spMk id="21" creationId="{5A9F8341-9D8F-4D73-4559-0267B0CA7937}"/>
          </ac:spMkLst>
        </pc:spChg>
      </pc:sldChg>
      <pc:sldChg chg="modSp add mod">
        <pc:chgData name="keval viradiya" userId="8c6e564c3b19e8d5" providerId="LiveId" clId="{492B6C16-1193-4AE5-9128-B8BDCEFFAEBD}" dt="2025-01-24T22:01:26.446" v="597" actId="1076"/>
        <pc:sldMkLst>
          <pc:docMk/>
          <pc:sldMk cId="1090036627" sldId="291"/>
        </pc:sldMkLst>
        <pc:spChg chg="mod">
          <ac:chgData name="keval viradiya" userId="8c6e564c3b19e8d5" providerId="LiveId" clId="{492B6C16-1193-4AE5-9128-B8BDCEFFAEBD}" dt="2025-01-24T21:50:17.400" v="414" actId="20577"/>
          <ac:spMkLst>
            <pc:docMk/>
            <pc:sldMk cId="1090036627" sldId="291"/>
            <ac:spMk id="3" creationId="{4B0E2183-AC9C-DF1D-E383-935BE7BF3C0B}"/>
          </ac:spMkLst>
        </pc:spChg>
        <pc:spChg chg="mod">
          <ac:chgData name="keval viradiya" userId="8c6e564c3b19e8d5" providerId="LiveId" clId="{492B6C16-1193-4AE5-9128-B8BDCEFFAEBD}" dt="2025-01-24T22:01:26.446" v="597" actId="1076"/>
          <ac:spMkLst>
            <pc:docMk/>
            <pc:sldMk cId="1090036627" sldId="291"/>
            <ac:spMk id="21" creationId="{2874EE68-2A0F-FD2F-8591-F334C590A148}"/>
          </ac:spMkLst>
        </pc:spChg>
      </pc:sldChg>
      <pc:sldChg chg="addSp delSp new del mod">
        <pc:chgData name="keval viradiya" userId="8c6e564c3b19e8d5" providerId="LiveId" clId="{492B6C16-1193-4AE5-9128-B8BDCEFFAEBD}" dt="2025-01-24T21:56:09.440" v="436" actId="680"/>
        <pc:sldMkLst>
          <pc:docMk/>
          <pc:sldMk cId="2946401592" sldId="292"/>
        </pc:sldMkLst>
      </pc:sldChg>
      <pc:sldChg chg="addSp delSp modSp add mod">
        <pc:chgData name="keval viradiya" userId="8c6e564c3b19e8d5" providerId="LiveId" clId="{492B6C16-1193-4AE5-9128-B8BDCEFFAEBD}" dt="2025-01-24T22:26:40.978" v="604" actId="113"/>
        <pc:sldMkLst>
          <pc:docMk/>
          <pc:sldMk cId="3971985005" sldId="292"/>
        </pc:sldMkLst>
        <pc:spChg chg="mod">
          <ac:chgData name="keval viradiya" userId="8c6e564c3b19e8d5" providerId="LiveId" clId="{492B6C16-1193-4AE5-9128-B8BDCEFFAEBD}" dt="2025-01-24T22:26:40.978" v="604" actId="113"/>
          <ac:spMkLst>
            <pc:docMk/>
            <pc:sldMk cId="3971985005" sldId="292"/>
            <ac:spMk id="3" creationId="{CF0A0518-E6DC-E11D-0765-C71275F30DEF}"/>
          </ac:spMkLst>
        </pc:spChg>
        <pc:spChg chg="mod">
          <ac:chgData name="keval viradiya" userId="8c6e564c3b19e8d5" providerId="LiveId" clId="{492B6C16-1193-4AE5-9128-B8BDCEFFAEBD}" dt="2025-01-24T22:00:14.651" v="592" actId="6549"/>
          <ac:spMkLst>
            <pc:docMk/>
            <pc:sldMk cId="3971985005" sldId="292"/>
            <ac:spMk id="4" creationId="{A6C2B048-0CDE-4C22-7D00-62C09684DC24}"/>
          </ac:spMkLst>
        </pc:spChg>
        <pc:spChg chg="add mod">
          <ac:chgData name="keval viradiya" userId="8c6e564c3b19e8d5" providerId="LiveId" clId="{492B6C16-1193-4AE5-9128-B8BDCEFFAEBD}" dt="2025-01-24T21:56:40.234" v="441"/>
          <ac:spMkLst>
            <pc:docMk/>
            <pc:sldMk cId="3971985005" sldId="292"/>
            <ac:spMk id="7" creationId="{38E1A13C-3D1B-2CBC-6BDC-8A56AE5C76FE}"/>
          </ac:spMkLst>
        </pc:spChg>
        <pc:spChg chg="add mod">
          <ac:chgData name="keval viradiya" userId="8c6e564c3b19e8d5" providerId="LiveId" clId="{492B6C16-1193-4AE5-9128-B8BDCEFFAEBD}" dt="2025-01-24T21:56:40.234" v="441"/>
          <ac:spMkLst>
            <pc:docMk/>
            <pc:sldMk cId="3971985005" sldId="292"/>
            <ac:spMk id="13" creationId="{871F83C4-70F9-9800-B884-AFBD29DC9897}"/>
          </ac:spMkLst>
        </pc:spChg>
        <pc:spChg chg="mod">
          <ac:chgData name="keval viradiya" userId="8c6e564c3b19e8d5" providerId="LiveId" clId="{492B6C16-1193-4AE5-9128-B8BDCEFFAEBD}" dt="2025-01-24T21:57:21.464" v="451"/>
          <ac:spMkLst>
            <pc:docMk/>
            <pc:sldMk cId="3971985005" sldId="292"/>
            <ac:spMk id="17" creationId="{B678963B-76BE-71A1-A1BA-E96C8303F002}"/>
          </ac:spMkLst>
        </pc:spChg>
        <pc:spChg chg="mod">
          <ac:chgData name="keval viradiya" userId="8c6e564c3b19e8d5" providerId="LiveId" clId="{492B6C16-1193-4AE5-9128-B8BDCEFFAEBD}" dt="2025-01-24T21:57:54.208" v="474" actId="20577"/>
          <ac:spMkLst>
            <pc:docMk/>
            <pc:sldMk cId="3971985005" sldId="292"/>
            <ac:spMk id="18" creationId="{D1D1066D-5529-6846-94FB-76740000688D}"/>
          </ac:spMkLst>
        </pc:spChg>
        <pc:spChg chg="add mod">
          <ac:chgData name="keval viradiya" userId="8c6e564c3b19e8d5" providerId="LiveId" clId="{492B6C16-1193-4AE5-9128-B8BDCEFFAEBD}" dt="2025-01-24T21:58:17.235" v="495" actId="20577"/>
          <ac:spMkLst>
            <pc:docMk/>
            <pc:sldMk cId="3971985005" sldId="292"/>
            <ac:spMk id="19" creationId="{BF6969DA-9F52-7D16-6522-55B10884D488}"/>
          </ac:spMkLst>
        </pc:spChg>
        <pc:spChg chg="add mod">
          <ac:chgData name="keval viradiya" userId="8c6e564c3b19e8d5" providerId="LiveId" clId="{492B6C16-1193-4AE5-9128-B8BDCEFFAEBD}" dt="2025-01-24T21:56:40.234" v="441"/>
          <ac:spMkLst>
            <pc:docMk/>
            <pc:sldMk cId="3971985005" sldId="292"/>
            <ac:spMk id="22" creationId="{55B16F0E-FE2A-AE43-C92B-45C4BB607649}"/>
          </ac:spMkLst>
        </pc:spChg>
        <pc:spChg chg="add mod">
          <ac:chgData name="keval viradiya" userId="8c6e564c3b19e8d5" providerId="LiveId" clId="{492B6C16-1193-4AE5-9128-B8BDCEFFAEBD}" dt="2025-01-24T21:56:40.234" v="441"/>
          <ac:spMkLst>
            <pc:docMk/>
            <pc:sldMk cId="3971985005" sldId="292"/>
            <ac:spMk id="24" creationId="{F01534F0-7622-CA23-92DE-D419EE2700B2}"/>
          </ac:spMkLst>
        </pc:spChg>
        <pc:spChg chg="add mod">
          <ac:chgData name="keval viradiya" userId="8c6e564c3b19e8d5" providerId="LiveId" clId="{492B6C16-1193-4AE5-9128-B8BDCEFFAEBD}" dt="2025-01-24T21:59:13.653" v="523" actId="20577"/>
          <ac:spMkLst>
            <pc:docMk/>
            <pc:sldMk cId="3971985005" sldId="292"/>
            <ac:spMk id="26" creationId="{6E31FD1D-6623-0F96-E0C5-F806611B032A}"/>
          </ac:spMkLst>
        </pc:spChg>
        <pc:spChg chg="mod">
          <ac:chgData name="keval viradiya" userId="8c6e564c3b19e8d5" providerId="LiveId" clId="{492B6C16-1193-4AE5-9128-B8BDCEFFAEBD}" dt="2025-01-24T21:59:27.021" v="554" actId="20577"/>
          <ac:spMkLst>
            <pc:docMk/>
            <pc:sldMk cId="3971985005" sldId="292"/>
            <ac:spMk id="27" creationId="{FE59537C-E84F-F308-DFA8-68783CD7F726}"/>
          </ac:spMkLst>
        </pc:spChg>
        <pc:spChg chg="mod">
          <ac:chgData name="keval viradiya" userId="8c6e564c3b19e8d5" providerId="LiveId" clId="{492B6C16-1193-4AE5-9128-B8BDCEFFAEBD}" dt="2025-01-24T21:59:36.616" v="583" actId="20577"/>
          <ac:spMkLst>
            <pc:docMk/>
            <pc:sldMk cId="3971985005" sldId="292"/>
            <ac:spMk id="28" creationId="{D939055C-A344-962B-0766-5E359E72ED1A}"/>
          </ac:spMkLst>
        </pc:spChg>
        <pc:spChg chg="mod">
          <ac:chgData name="keval viradiya" userId="8c6e564c3b19e8d5" providerId="LiveId" clId="{492B6C16-1193-4AE5-9128-B8BDCEFFAEBD}" dt="2025-01-24T21:58:41.364" v="510" actId="20577"/>
          <ac:spMkLst>
            <pc:docMk/>
            <pc:sldMk cId="3971985005" sldId="292"/>
            <ac:spMk id="31" creationId="{C79FEA92-B3D9-E99F-6B88-A54422254D1D}"/>
          </ac:spMkLst>
        </pc:spChg>
        <pc:spChg chg="add mod">
          <ac:chgData name="keval viradiya" userId="8c6e564c3b19e8d5" providerId="LiveId" clId="{492B6C16-1193-4AE5-9128-B8BDCEFFAEBD}" dt="2025-01-24T21:56:40.234" v="441"/>
          <ac:spMkLst>
            <pc:docMk/>
            <pc:sldMk cId="3971985005" sldId="292"/>
            <ac:spMk id="35" creationId="{7B05281B-CAD2-1F0C-2070-3E2D82225DF5}"/>
          </ac:spMkLst>
        </pc:spChg>
        <pc:spChg chg="mod">
          <ac:chgData name="keval viradiya" userId="8c6e564c3b19e8d5" providerId="LiveId" clId="{492B6C16-1193-4AE5-9128-B8BDCEFFAEBD}" dt="2025-01-24T21:58:59.716" v="513" actId="20577"/>
          <ac:spMkLst>
            <pc:docMk/>
            <pc:sldMk cId="3971985005" sldId="292"/>
            <ac:spMk id="37" creationId="{75F60030-3D70-7DE8-BBCC-5E460E5E63E1}"/>
          </ac:spMkLst>
        </pc:spChg>
        <pc:spChg chg="mod">
          <ac:chgData name="keval viradiya" userId="8c6e564c3b19e8d5" providerId="LiveId" clId="{492B6C16-1193-4AE5-9128-B8BDCEFFAEBD}" dt="2025-01-24T21:59:47.951" v="586" actId="20577"/>
          <ac:spMkLst>
            <pc:docMk/>
            <pc:sldMk cId="3971985005" sldId="292"/>
            <ac:spMk id="38" creationId="{24FC0FFD-1F0B-9436-CCE3-F4192E607479}"/>
          </ac:spMkLst>
        </pc:spChg>
      </pc:sldChg>
    </pc:docChg>
  </pc:docChgLst>
  <pc:docChgLst>
    <pc:chgData name="keval viradiya" userId="8c6e564c3b19e8d5" providerId="LiveId" clId="{87205426-E539-4357-A84D-F4273B1EA101}"/>
    <pc:docChg chg="undo custSel addSld delSld modSld">
      <pc:chgData name="keval viradiya" userId="8c6e564c3b19e8d5" providerId="LiveId" clId="{87205426-E539-4357-A84D-F4273B1EA101}" dt="2024-12-17T16:49:38.993" v="1093" actId="113"/>
      <pc:docMkLst>
        <pc:docMk/>
      </pc:docMkLst>
      <pc:sldChg chg="modSp mod">
        <pc:chgData name="keval viradiya" userId="8c6e564c3b19e8d5" providerId="LiveId" clId="{87205426-E539-4357-A84D-F4273B1EA101}" dt="2024-12-16T16:13:14.427" v="96" actId="20577"/>
        <pc:sldMkLst>
          <pc:docMk/>
          <pc:sldMk cId="2168836148" sldId="257"/>
        </pc:sldMkLst>
        <pc:spChg chg="mod">
          <ac:chgData name="keval viradiya" userId="8c6e564c3b19e8d5" providerId="LiveId" clId="{87205426-E539-4357-A84D-F4273B1EA101}" dt="2024-12-16T16:13:14.427" v="96" actId="20577"/>
          <ac:spMkLst>
            <pc:docMk/>
            <pc:sldMk cId="2168836148" sldId="257"/>
            <ac:spMk id="2" creationId="{AFCCB0AD-10BE-79ED-D933-A5862F554161}"/>
          </ac:spMkLst>
        </pc:spChg>
      </pc:sldChg>
      <pc:sldChg chg="modSp mod">
        <pc:chgData name="keval viradiya" userId="8c6e564c3b19e8d5" providerId="LiveId" clId="{87205426-E539-4357-A84D-F4273B1EA101}" dt="2024-12-17T16:49:06.192" v="1088" actId="20577"/>
        <pc:sldMkLst>
          <pc:docMk/>
          <pc:sldMk cId="1415350862" sldId="258"/>
        </pc:sldMkLst>
        <pc:graphicFrameChg chg="modGraphic">
          <ac:chgData name="keval viradiya" userId="8c6e564c3b19e8d5" providerId="LiveId" clId="{87205426-E539-4357-A84D-F4273B1EA101}" dt="2024-12-17T16:49:06.192" v="1088" actId="20577"/>
          <ac:graphicFrameMkLst>
            <pc:docMk/>
            <pc:sldMk cId="1415350862" sldId="258"/>
            <ac:graphicFrameMk id="14" creationId="{33E85324-D295-61BD-5A4F-8156849035F9}"/>
          </ac:graphicFrameMkLst>
        </pc:graphicFrameChg>
      </pc:sldChg>
      <pc:sldChg chg="modSp">
        <pc:chgData name="keval viradiya" userId="8c6e564c3b19e8d5" providerId="LiveId" clId="{87205426-E539-4357-A84D-F4273B1EA101}" dt="2024-12-17T16:26:05.337" v="1079"/>
        <pc:sldMkLst>
          <pc:docMk/>
          <pc:sldMk cId="529100360" sldId="259"/>
        </pc:sldMkLst>
      </pc:sldChg>
      <pc:sldChg chg="modSp mod">
        <pc:chgData name="keval viradiya" userId="8c6e564c3b19e8d5" providerId="LiveId" clId="{87205426-E539-4357-A84D-F4273B1EA101}" dt="2024-12-16T16:20:57.115" v="126" actId="113"/>
        <pc:sldMkLst>
          <pc:docMk/>
          <pc:sldMk cId="2708217338" sldId="260"/>
        </pc:sldMkLst>
        <pc:spChg chg="mod">
          <ac:chgData name="keval viradiya" userId="8c6e564c3b19e8d5" providerId="LiveId" clId="{87205426-E539-4357-A84D-F4273B1EA101}" dt="2024-12-16T16:20:57.115" v="126" actId="113"/>
          <ac:spMkLst>
            <pc:docMk/>
            <pc:sldMk cId="2708217338" sldId="260"/>
            <ac:spMk id="2" creationId="{15ABB4DE-4EE1-2857-97F5-946848927059}"/>
          </ac:spMkLst>
        </pc:spChg>
      </pc:sldChg>
      <pc:sldChg chg="modSp mod">
        <pc:chgData name="keval viradiya" userId="8c6e564c3b19e8d5" providerId="LiveId" clId="{87205426-E539-4357-A84D-F4273B1EA101}" dt="2024-12-16T16:38:02.453" v="242" actId="2711"/>
        <pc:sldMkLst>
          <pc:docMk/>
          <pc:sldMk cId="2075604916" sldId="261"/>
        </pc:sldMkLst>
        <pc:spChg chg="mod">
          <ac:chgData name="keval viradiya" userId="8c6e564c3b19e8d5" providerId="LiveId" clId="{87205426-E539-4357-A84D-F4273B1EA101}" dt="2024-12-16T16:38:02.453" v="242" actId="2711"/>
          <ac:spMkLst>
            <pc:docMk/>
            <pc:sldMk cId="2075604916" sldId="261"/>
            <ac:spMk id="2" creationId="{25D0F63A-8A59-608E-9AD0-CCD2872DB482}"/>
          </ac:spMkLst>
        </pc:spChg>
      </pc:sldChg>
      <pc:sldChg chg="del">
        <pc:chgData name="keval viradiya" userId="8c6e564c3b19e8d5" providerId="LiveId" clId="{87205426-E539-4357-A84D-F4273B1EA101}" dt="2024-12-17T10:37:15.865" v="245" actId="47"/>
        <pc:sldMkLst>
          <pc:docMk/>
          <pc:sldMk cId="2914961929" sldId="262"/>
        </pc:sldMkLst>
      </pc:sldChg>
      <pc:sldChg chg="del">
        <pc:chgData name="keval viradiya" userId="8c6e564c3b19e8d5" providerId="LiveId" clId="{87205426-E539-4357-A84D-F4273B1EA101}" dt="2024-12-17T10:37:09.877" v="243" actId="47"/>
        <pc:sldMkLst>
          <pc:docMk/>
          <pc:sldMk cId="3768485108" sldId="263"/>
        </pc:sldMkLst>
      </pc:sldChg>
      <pc:sldChg chg="del">
        <pc:chgData name="keval viradiya" userId="8c6e564c3b19e8d5" providerId="LiveId" clId="{87205426-E539-4357-A84D-F4273B1EA101}" dt="2024-12-17T10:37:12.371" v="244" actId="47"/>
        <pc:sldMkLst>
          <pc:docMk/>
          <pc:sldMk cId="1334166161" sldId="265"/>
        </pc:sldMkLst>
      </pc:sldChg>
      <pc:sldChg chg="del">
        <pc:chgData name="keval viradiya" userId="8c6e564c3b19e8d5" providerId="LiveId" clId="{87205426-E539-4357-A84D-F4273B1EA101}" dt="2024-12-17T11:43:07.271" v="454" actId="47"/>
        <pc:sldMkLst>
          <pc:docMk/>
          <pc:sldMk cId="2431153815" sldId="270"/>
        </pc:sldMkLst>
      </pc:sldChg>
      <pc:sldChg chg="addSp delSp modSp mod">
        <pc:chgData name="keval viradiya" userId="8c6e564c3b19e8d5" providerId="LiveId" clId="{87205426-E539-4357-A84D-F4273B1EA101}" dt="2024-12-17T11:42:47.563" v="453" actId="17032"/>
        <pc:sldMkLst>
          <pc:docMk/>
          <pc:sldMk cId="397010453" sldId="273"/>
        </pc:sldMkLst>
        <pc:spChg chg="add mod">
          <ac:chgData name="keval viradiya" userId="8c6e564c3b19e8d5" providerId="LiveId" clId="{87205426-E539-4357-A84D-F4273B1EA101}" dt="2024-12-17T11:38:18.580" v="417" actId="255"/>
          <ac:spMkLst>
            <pc:docMk/>
            <pc:sldMk cId="397010453" sldId="273"/>
            <ac:spMk id="11" creationId="{1649A2D9-3484-FEF7-4578-2BE0F0801620}"/>
          </ac:spMkLst>
        </pc:spChg>
        <pc:spChg chg="add mod">
          <ac:chgData name="keval viradiya" userId="8c6e564c3b19e8d5" providerId="LiveId" clId="{87205426-E539-4357-A84D-F4273B1EA101}" dt="2024-12-17T11:39:58.699" v="429" actId="1076"/>
          <ac:spMkLst>
            <pc:docMk/>
            <pc:sldMk cId="397010453" sldId="273"/>
            <ac:spMk id="14" creationId="{52B64005-22CF-832D-3AC4-2FF708F86861}"/>
          </ac:spMkLst>
        </pc:spChg>
        <pc:spChg chg="add mod">
          <ac:chgData name="keval viradiya" userId="8c6e564c3b19e8d5" providerId="LiveId" clId="{87205426-E539-4357-A84D-F4273B1EA101}" dt="2024-12-17T11:38:26.346" v="421" actId="20577"/>
          <ac:spMkLst>
            <pc:docMk/>
            <pc:sldMk cId="397010453" sldId="273"/>
            <ac:spMk id="15" creationId="{D695B64B-BC25-AD5B-988D-A8FDD0D12691}"/>
          </ac:spMkLst>
        </pc:spChg>
        <pc:spChg chg="add mod">
          <ac:chgData name="keval viradiya" userId="8c6e564c3b19e8d5" providerId="LiveId" clId="{87205426-E539-4357-A84D-F4273B1EA101}" dt="2024-12-17T11:38:18.580" v="417" actId="255"/>
          <ac:spMkLst>
            <pc:docMk/>
            <pc:sldMk cId="397010453" sldId="273"/>
            <ac:spMk id="16" creationId="{8638ACF2-45BB-3AEC-690C-1E9A3BB73E94}"/>
          </ac:spMkLst>
        </pc:spChg>
        <pc:spChg chg="add mod">
          <ac:chgData name="keval viradiya" userId="8c6e564c3b19e8d5" providerId="LiveId" clId="{87205426-E539-4357-A84D-F4273B1EA101}" dt="2024-12-17T11:38:18.580" v="417" actId="255"/>
          <ac:spMkLst>
            <pc:docMk/>
            <pc:sldMk cId="397010453" sldId="273"/>
            <ac:spMk id="17" creationId="{7CA8FCFC-C11C-678B-71B2-79F7463899BE}"/>
          </ac:spMkLst>
        </pc:spChg>
        <pc:spChg chg="add mod">
          <ac:chgData name="keval viradiya" userId="8c6e564c3b19e8d5" providerId="LiveId" clId="{87205426-E539-4357-A84D-F4273B1EA101}" dt="2024-12-17T11:38:18.580" v="417" actId="255"/>
          <ac:spMkLst>
            <pc:docMk/>
            <pc:sldMk cId="397010453" sldId="273"/>
            <ac:spMk id="18" creationId="{7E0EC347-B527-04E8-D3C7-EAFCAE676684}"/>
          </ac:spMkLst>
        </pc:spChg>
        <pc:spChg chg="add mod">
          <ac:chgData name="keval viradiya" userId="8c6e564c3b19e8d5" providerId="LiveId" clId="{87205426-E539-4357-A84D-F4273B1EA101}" dt="2024-12-17T11:39:03.973" v="424" actId="255"/>
          <ac:spMkLst>
            <pc:docMk/>
            <pc:sldMk cId="397010453" sldId="273"/>
            <ac:spMk id="20" creationId="{8CDF5B68-D192-377A-D2BE-13F11FB141B5}"/>
          </ac:spMkLst>
        </pc:spChg>
        <pc:cxnChg chg="add mod">
          <ac:chgData name="keval viradiya" userId="8c6e564c3b19e8d5" providerId="LiveId" clId="{87205426-E539-4357-A84D-F4273B1EA101}" dt="2024-12-17T11:42:19.988" v="448" actId="17032"/>
          <ac:cxnSpMkLst>
            <pc:docMk/>
            <pc:sldMk cId="397010453" sldId="273"/>
            <ac:cxnSpMk id="22" creationId="{D9A5890F-4029-FA43-375D-E7C0296BF251}"/>
          </ac:cxnSpMkLst>
        </pc:cxnChg>
        <pc:cxnChg chg="add mod">
          <ac:chgData name="keval viradiya" userId="8c6e564c3b19e8d5" providerId="LiveId" clId="{87205426-E539-4357-A84D-F4273B1EA101}" dt="2024-12-17T11:42:24.766" v="449" actId="17032"/>
          <ac:cxnSpMkLst>
            <pc:docMk/>
            <pc:sldMk cId="397010453" sldId="273"/>
            <ac:cxnSpMk id="24" creationId="{ED580863-410A-D580-F181-EAA2A8E9C483}"/>
          </ac:cxnSpMkLst>
        </pc:cxnChg>
        <pc:cxnChg chg="add mod">
          <ac:chgData name="keval viradiya" userId="8c6e564c3b19e8d5" providerId="LiveId" clId="{87205426-E539-4357-A84D-F4273B1EA101}" dt="2024-12-17T11:42:14.579" v="447" actId="17032"/>
          <ac:cxnSpMkLst>
            <pc:docMk/>
            <pc:sldMk cId="397010453" sldId="273"/>
            <ac:cxnSpMk id="26" creationId="{8E42CF0F-5C7A-8FBF-3CB5-375B5A5CF76E}"/>
          </ac:cxnSpMkLst>
        </pc:cxnChg>
        <pc:cxnChg chg="add mod">
          <ac:chgData name="keval viradiya" userId="8c6e564c3b19e8d5" providerId="LiveId" clId="{87205426-E539-4357-A84D-F4273B1EA101}" dt="2024-12-17T11:42:29.943" v="450" actId="17032"/>
          <ac:cxnSpMkLst>
            <pc:docMk/>
            <pc:sldMk cId="397010453" sldId="273"/>
            <ac:cxnSpMk id="29" creationId="{99495942-BA7B-EF48-38DA-9AA109501A97}"/>
          </ac:cxnSpMkLst>
        </pc:cxnChg>
        <pc:cxnChg chg="add mod">
          <ac:chgData name="keval viradiya" userId="8c6e564c3b19e8d5" providerId="LiveId" clId="{87205426-E539-4357-A84D-F4273B1EA101}" dt="2024-12-17T11:42:35.012" v="451" actId="17032"/>
          <ac:cxnSpMkLst>
            <pc:docMk/>
            <pc:sldMk cId="397010453" sldId="273"/>
            <ac:cxnSpMk id="31" creationId="{AD59F722-E2BF-BD1D-DC72-15C88E089BA8}"/>
          </ac:cxnSpMkLst>
        </pc:cxnChg>
        <pc:cxnChg chg="add mod">
          <ac:chgData name="keval viradiya" userId="8c6e564c3b19e8d5" providerId="LiveId" clId="{87205426-E539-4357-A84D-F4273B1EA101}" dt="2024-12-17T11:42:41.132" v="452" actId="17032"/>
          <ac:cxnSpMkLst>
            <pc:docMk/>
            <pc:sldMk cId="397010453" sldId="273"/>
            <ac:cxnSpMk id="34" creationId="{D6EF3BF9-23B7-6849-40AD-8E7893836930}"/>
          </ac:cxnSpMkLst>
        </pc:cxnChg>
        <pc:cxnChg chg="add mod">
          <ac:chgData name="keval viradiya" userId="8c6e564c3b19e8d5" providerId="LiveId" clId="{87205426-E539-4357-A84D-F4273B1EA101}" dt="2024-12-17T11:42:47.563" v="453" actId="17032"/>
          <ac:cxnSpMkLst>
            <pc:docMk/>
            <pc:sldMk cId="397010453" sldId="273"/>
            <ac:cxnSpMk id="36" creationId="{40A70139-577D-0FC7-41A6-D2141B62C335}"/>
          </ac:cxnSpMkLst>
        </pc:cxnChg>
      </pc:sldChg>
      <pc:sldChg chg="del">
        <pc:chgData name="keval viradiya" userId="8c6e564c3b19e8d5" providerId="LiveId" clId="{87205426-E539-4357-A84D-F4273B1EA101}" dt="2024-12-17T11:43:11.903" v="455" actId="47"/>
        <pc:sldMkLst>
          <pc:docMk/>
          <pc:sldMk cId="2451618162" sldId="274"/>
        </pc:sldMkLst>
      </pc:sldChg>
      <pc:sldChg chg="del">
        <pc:chgData name="keval viradiya" userId="8c6e564c3b19e8d5" providerId="LiveId" clId="{87205426-E539-4357-A84D-F4273B1EA101}" dt="2024-12-17T11:43:13.968" v="456" actId="47"/>
        <pc:sldMkLst>
          <pc:docMk/>
          <pc:sldMk cId="892311791" sldId="275"/>
        </pc:sldMkLst>
      </pc:sldChg>
      <pc:sldChg chg="del">
        <pc:chgData name="keval viradiya" userId="8c6e564c3b19e8d5" providerId="LiveId" clId="{87205426-E539-4357-A84D-F4273B1EA101}" dt="2024-12-17T11:43:15.433" v="457" actId="47"/>
        <pc:sldMkLst>
          <pc:docMk/>
          <pc:sldMk cId="3594015284" sldId="276"/>
        </pc:sldMkLst>
      </pc:sldChg>
      <pc:sldChg chg="addSp delSp modSp mod">
        <pc:chgData name="keval viradiya" userId="8c6e564c3b19e8d5" providerId="LiveId" clId="{87205426-E539-4357-A84D-F4273B1EA101}" dt="2024-12-17T15:51:14.853" v="811" actId="20577"/>
        <pc:sldMkLst>
          <pc:docMk/>
          <pc:sldMk cId="710817735" sldId="278"/>
        </pc:sldMkLst>
        <pc:spChg chg="mod">
          <ac:chgData name="keval viradiya" userId="8c6e564c3b19e8d5" providerId="LiveId" clId="{87205426-E539-4357-A84D-F4273B1EA101}" dt="2024-12-17T14:32:39.303" v="480" actId="1076"/>
          <ac:spMkLst>
            <pc:docMk/>
            <pc:sldMk cId="710817735" sldId="278"/>
            <ac:spMk id="3" creationId="{5BC0F9AC-860D-2482-7C67-8982E8FD5733}"/>
          </ac:spMkLst>
        </pc:spChg>
        <pc:spChg chg="add mod">
          <ac:chgData name="keval viradiya" userId="8c6e564c3b19e8d5" providerId="LiveId" clId="{87205426-E539-4357-A84D-F4273B1EA101}" dt="2024-12-17T15:51:14.853" v="811" actId="20577"/>
          <ac:spMkLst>
            <pc:docMk/>
            <pc:sldMk cId="710817735" sldId="278"/>
            <ac:spMk id="21" creationId="{0F565283-7312-D91A-4578-D7E78B9D5564}"/>
          </ac:spMkLst>
        </pc:spChg>
        <pc:cxnChg chg="mod">
          <ac:chgData name="keval viradiya" userId="8c6e564c3b19e8d5" providerId="LiveId" clId="{87205426-E539-4357-A84D-F4273B1EA101}" dt="2024-12-17T14:32:30.706" v="479" actId="1076"/>
          <ac:cxnSpMkLst>
            <pc:docMk/>
            <pc:sldMk cId="710817735" sldId="278"/>
            <ac:cxnSpMk id="12" creationId="{81157B86-A8FA-EB88-E9A8-BE56522CA57A}"/>
          </ac:cxnSpMkLst>
        </pc:cxnChg>
      </pc:sldChg>
      <pc:sldChg chg="add del">
        <pc:chgData name="keval viradiya" userId="8c6e564c3b19e8d5" providerId="LiveId" clId="{87205426-E539-4357-A84D-F4273B1EA101}" dt="2024-12-17T16:26:23.084" v="1080" actId="47"/>
        <pc:sldMkLst>
          <pc:docMk/>
          <pc:sldMk cId="2371296966" sldId="280"/>
        </pc:sldMkLst>
      </pc:sldChg>
      <pc:sldChg chg="modSp mod">
        <pc:chgData name="keval viradiya" userId="8c6e564c3b19e8d5" providerId="LiveId" clId="{87205426-E539-4357-A84D-F4273B1EA101}" dt="2024-12-17T14:33:58.078" v="608" actId="20577"/>
        <pc:sldMkLst>
          <pc:docMk/>
          <pc:sldMk cId="2432461551" sldId="282"/>
        </pc:sldMkLst>
        <pc:spChg chg="mod">
          <ac:chgData name="keval viradiya" userId="8c6e564c3b19e8d5" providerId="LiveId" clId="{87205426-E539-4357-A84D-F4273B1EA101}" dt="2024-12-17T14:33:58.078" v="608" actId="20577"/>
          <ac:spMkLst>
            <pc:docMk/>
            <pc:sldMk cId="2432461551" sldId="282"/>
            <ac:spMk id="9" creationId="{E2071969-DE94-8264-7F30-CCD5C7F16A8C}"/>
          </ac:spMkLst>
        </pc:spChg>
      </pc:sldChg>
      <pc:sldChg chg="modSp add mod">
        <pc:chgData name="keval viradiya" userId="8c6e564c3b19e8d5" providerId="LiveId" clId="{87205426-E539-4357-A84D-F4273B1EA101}" dt="2024-12-17T16:49:38.993" v="1093" actId="113"/>
        <pc:sldMkLst>
          <pc:docMk/>
          <pc:sldMk cId="4092350326" sldId="283"/>
        </pc:sldMkLst>
        <pc:spChg chg="mod">
          <ac:chgData name="keval viradiya" userId="8c6e564c3b19e8d5" providerId="LiveId" clId="{87205426-E539-4357-A84D-F4273B1EA101}" dt="2024-12-17T16:49:38.993" v="1093" actId="113"/>
          <ac:spMkLst>
            <pc:docMk/>
            <pc:sldMk cId="4092350326" sldId="283"/>
            <ac:spMk id="21" creationId="{9D449B71-ABBE-FD0F-932C-53719E7C02DB}"/>
          </ac:spMkLst>
        </pc:spChg>
      </pc:sldChg>
      <pc:sldChg chg="addSp modSp add mod">
        <pc:chgData name="keval viradiya" userId="8c6e564c3b19e8d5" providerId="LiveId" clId="{87205426-E539-4357-A84D-F4273B1EA101}" dt="2024-12-17T16:18:23.542" v="929" actId="20577"/>
        <pc:sldMkLst>
          <pc:docMk/>
          <pc:sldMk cId="374451385" sldId="284"/>
        </pc:sldMkLst>
        <pc:spChg chg="mod">
          <ac:chgData name="keval viradiya" userId="8c6e564c3b19e8d5" providerId="LiveId" clId="{87205426-E539-4357-A84D-F4273B1EA101}" dt="2024-12-17T16:18:23.542" v="929" actId="20577"/>
          <ac:spMkLst>
            <pc:docMk/>
            <pc:sldMk cId="374451385" sldId="284"/>
            <ac:spMk id="21" creationId="{6503DB7A-E789-0FD0-FDCE-783AA8E03259}"/>
          </ac:spMkLst>
        </pc:spChg>
      </pc:sldChg>
      <pc:sldChg chg="modSp add mod">
        <pc:chgData name="keval viradiya" userId="8c6e564c3b19e8d5" providerId="LiveId" clId="{87205426-E539-4357-A84D-F4273B1EA101}" dt="2024-12-17T16:18:34.239" v="931" actId="20577"/>
        <pc:sldMkLst>
          <pc:docMk/>
          <pc:sldMk cId="3118089766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66C7B-6A2D-405E-AEDE-5678776359AB}" type="datetimeFigureOut">
              <a:rPr lang="en-DE" smtClean="0"/>
              <a:t>01/30/2025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4F7BF-600F-4B21-AF87-6611128CE869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69190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4F7BF-600F-4B21-AF87-6611128CE869}" type="slidenum">
              <a:rPr lang="en-DE" smtClean="0"/>
              <a:t>16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1765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11112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F1FF810F-31AC-4FFC-B2E1-C9B620913463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en-GB" noProof="0"/>
              <a:t>AI Project | ActSmart Human Machine Interaction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35BCE72-B090-79EB-F54A-E0640A6EE1A2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b="1"/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9834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4B31FCDB-6D8B-D1BE-F764-A8408040FD7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"/>
            <a:ext cx="12192000" cy="412016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4108360"/>
            <a:ext cx="12192000" cy="274964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361E523B-4753-8B65-C607-B7C37B955D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lum bright="100000"/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7127" b="18737"/>
          <a:stretch/>
        </p:blipFill>
        <p:spPr bwMode="gray">
          <a:xfrm>
            <a:off x="6571647" y="5128724"/>
            <a:ext cx="5620353" cy="1729277"/>
          </a:xfrm>
          <a:custGeom>
            <a:avLst/>
            <a:gdLst>
              <a:gd name="connsiteX0" fmla="*/ 0 w 5620353"/>
              <a:gd name="connsiteY0" fmla="*/ 0 h 1729277"/>
              <a:gd name="connsiteX1" fmla="*/ 5620353 w 5620353"/>
              <a:gd name="connsiteY1" fmla="*/ 0 h 1729277"/>
              <a:gd name="connsiteX2" fmla="*/ 5620353 w 5620353"/>
              <a:gd name="connsiteY2" fmla="*/ 1729277 h 1729277"/>
              <a:gd name="connsiteX3" fmla="*/ 0 w 5620353"/>
              <a:gd name="connsiteY3" fmla="*/ 1729277 h 1729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20353" h="1729277">
                <a:moveTo>
                  <a:pt x="0" y="0"/>
                </a:moveTo>
                <a:lnTo>
                  <a:pt x="5620353" y="0"/>
                </a:lnTo>
                <a:lnTo>
                  <a:pt x="5620353" y="1729277"/>
                </a:lnTo>
                <a:lnTo>
                  <a:pt x="0" y="1729277"/>
                </a:lnTo>
                <a:close/>
              </a:path>
            </a:pathLst>
          </a:custGeom>
        </p:spPr>
      </p:pic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4527588"/>
            <a:ext cx="11112000" cy="540000"/>
          </a:xfrm>
        </p:spPr>
        <p:txBody>
          <a:bodyPr/>
          <a:lstStyle>
            <a:lvl1pPr>
              <a:defRPr sz="40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0BABB708-F513-5202-E092-3C6628376B22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5650522"/>
            <a:ext cx="566504" cy="0"/>
          </a:xfrm>
          <a:prstGeom prst="line">
            <a:avLst/>
          </a:prstGeom>
          <a:ln w="38100" cap="rnd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ubtitle">
            <a:extLst>
              <a:ext uri="{FF2B5EF4-FFF2-40B4-BE49-F238E27FC236}">
                <a16:creationId xmlns:a16="http://schemas.microsoft.com/office/drawing/2014/main" id="{362BF01A-CFEB-6B22-A676-8F3EBA6A6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5119469"/>
            <a:ext cx="11112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1C280C65-D615-00F6-CC12-622297AB356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0" y="3759982"/>
            <a:ext cx="12192000" cy="359192"/>
          </a:xfrm>
          <a:prstGeom prst="rect">
            <a:avLst/>
          </a:prstGeom>
          <a:solidFill>
            <a:schemeClr val="accent6">
              <a:alpha val="7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1" y="5844312"/>
            <a:ext cx="11110938" cy="216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129282AE-A7FA-8FCD-A391-7691FBED1C4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40531" y="6110350"/>
            <a:ext cx="11110938" cy="216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Optionaler Text</a:t>
            </a:r>
          </a:p>
        </p:txBody>
      </p:sp>
    </p:spTree>
    <p:extLst>
      <p:ext uri="{BB962C8B-B14F-4D97-AF65-F5344CB8AC3E}">
        <p14:creationId xmlns:p14="http://schemas.microsoft.com/office/powerpoint/2010/main" val="177779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1" y="5651700"/>
            <a:ext cx="11112000" cy="540000"/>
          </a:xfrm>
        </p:spPr>
        <p:txBody>
          <a:bodyPr/>
          <a:lstStyle>
            <a:lvl1pPr>
              <a:defRPr sz="4000" b="1" cap="all" spc="400" baseline="0"/>
            </a:lvl1pPr>
          </a:lstStyle>
          <a:p>
            <a:r>
              <a:rPr lang="de-DE" noProof="0" dirty="0"/>
              <a:t>Vielen Dank!</a:t>
            </a: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4108360"/>
            <a:ext cx="12192000" cy="1067241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b="0" i="0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DD53894C-B9EA-D4A9-E715-09AFE608F831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6267843"/>
            <a:ext cx="566504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4B31FCDB-6D8B-D1BE-F764-A8408040FD7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40000" y="1287553"/>
            <a:ext cx="11112000" cy="365592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C918A64-65B6-EACE-A093-83F7E0F9E3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439192" y="452261"/>
            <a:ext cx="2212808" cy="35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7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11112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8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Überschrift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fld id="{6C947AA4-D39A-4766-8041-8269DCDA7C0B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AI Project | ActSmart Human Machine Interaction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B217C8-114A-4C83-4F49-EC1CD01F1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35372" y="1936035"/>
            <a:ext cx="1288470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157FABCF-FED3-CDA9-276E-BF0E052D2E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35372" y="3278900"/>
            <a:ext cx="1288470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CAC524A7-C802-831F-065B-F32EF7A9F1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35372" y="4621765"/>
            <a:ext cx="1288470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2D1DE0D-AECB-CC93-317A-69D2A6BB97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 rot="5400000">
            <a:off x="1445842" y="232569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B439A33-42D1-4577-6BF3-FE74F5A8B6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 rot="5400000">
            <a:off x="1445842" y="3668556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9D90C391-BBEE-4A44-3F4E-1ABE1FBB8E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 rot="5400000">
            <a:off x="1445842" y="501142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70EC21B1-7FA6-D6B9-CB8B-EA65590F8F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2014274" y="1936398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45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952D307-DDBF-AE3E-B008-CFC467E2359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2014274" y="3279826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45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1A985C5B-35CA-C213-EB21-D3A3D859751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2014274" y="4622691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45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42121433-249C-C3C5-DC54-0DCCAE0D0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573098" y="1936035"/>
            <a:ext cx="1288470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2B8690F9-0578-56C8-8822-F8EE95555E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573097" y="3278900"/>
            <a:ext cx="128846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EFCCC8D0-6A55-52E5-B1D4-7ADFFAC738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573098" y="4621765"/>
            <a:ext cx="1288468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0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96B43BF1-EC53-9CAE-52BD-44F0EF6387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 rot="5400000">
            <a:off x="7483568" y="232569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D1E1A6E1-772A-9F55-3F2F-C9D09CA998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 rot="5400000">
            <a:off x="7483568" y="3668556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38355E0F-A5A9-C7D9-ADF8-CD0651B3A1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 rot="5400000">
            <a:off x="7483568" y="501142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C1AFEF3-0B74-D823-868F-8FBB1F7E14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8052000" y="1936398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45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FD4CE1B8-C6F3-EF15-52E5-69E44ED07EE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8052000" y="3279826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45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AA36499D-A9A1-73BE-90B1-08E03A83BF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8052000" y="4622691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45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AE9257-91B7-44F3-6DB2-816167CFF79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 b="1"/>
            </a:lvl1pPr>
          </a:lstStyle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41513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1111200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"/>
          <p:cNvSpPr>
            <a:spLocks noGrp="1"/>
          </p:cNvSpPr>
          <p:nvPr>
            <p:ph type="body" idx="1"/>
          </p:nvPr>
        </p:nvSpPr>
        <p:spPr bwMode="gray">
          <a:xfrm>
            <a:off x="540000" y="1728000"/>
            <a:ext cx="11112000" cy="41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Datum"/>
          <p:cNvSpPr>
            <a:spLocks noGrp="1"/>
          </p:cNvSpPr>
          <p:nvPr>
            <p:ph type="dt" sz="half" idx="2"/>
          </p:nvPr>
        </p:nvSpPr>
        <p:spPr bwMode="gray">
          <a:xfrm>
            <a:off x="9525400" y="6493063"/>
            <a:ext cx="176582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fld id="{D0A8B784-9F05-4C1B-B94D-5975149C02CD}" type="datetime3">
              <a:rPr lang="en-US" smtClean="0"/>
              <a:t>30 January 2025</a:t>
            </a:fld>
            <a:endParaRPr lang="de-DE" dirty="0"/>
          </a:p>
        </p:txBody>
      </p:sp>
      <p:sp>
        <p:nvSpPr>
          <p:cNvPr id="5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540000" y="6493063"/>
            <a:ext cx="756000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r>
              <a:rPr lang="en-GB"/>
              <a:t>AI Project | ActSmart Human Machine Interaction</a:t>
            </a:r>
            <a:endParaRPr lang="de-DE" dirty="0"/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41456" y="6493063"/>
            <a:ext cx="310544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fld id="{02CEFE82-39F2-4F47-8A0C-D5AB3496FA5C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A9B1628-400D-AFA9-F3A7-313D813DA8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439192" y="452261"/>
            <a:ext cx="2212808" cy="35919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578F8E-ADE3-83CD-BBD4-F2AF811B81C3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305318"/>
            <a:ext cx="566504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5722733-4586-8907-05DD-71491D81A516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6426000"/>
            <a:ext cx="11112001" cy="0"/>
          </a:xfrm>
          <a:prstGeom prst="line">
            <a:avLst/>
          </a:prstGeom>
          <a:ln w="12700" cap="rnd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92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4" r:id="rId1"/>
    <p:sldLayoutId id="2147483991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91" rtl="0" eaLnBrk="1" latinLnBrk="0" hangingPunct="1">
        <a:lnSpc>
          <a:spcPct val="90000"/>
        </a:lnSpc>
        <a:spcBef>
          <a:spcPct val="0"/>
        </a:spcBef>
        <a:buNone/>
        <a:defRPr sz="2800" b="0" i="0" kern="1200" cap="none" baseline="0">
          <a:solidFill>
            <a:schemeClr val="tx1"/>
          </a:solidFill>
          <a:latin typeface="Tahoma" panose="020B0604030504040204" pitchFamily="34" charset="0"/>
          <a:ea typeface="+mj-ea"/>
          <a:cs typeface="+mj-cs"/>
        </a:defRPr>
      </a:lvl1pPr>
    </p:titleStyle>
    <p:bodyStyle>
      <a:lvl1pPr marL="270027" indent="-270027" algn="l" defTabSz="914491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20072" indent="-270027" algn="l" defTabSz="914491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6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2pPr>
      <a:lvl3pPr marL="1080108" indent="-270027" algn="l" defTabSz="914491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3pPr>
      <a:lvl4pPr marL="1440144" indent="-270027" algn="l" defTabSz="914491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4pPr>
      <a:lvl5pPr marL="1800180" indent="-270027" algn="l" defTabSz="914491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0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5pPr>
      <a:lvl6pPr marL="2514851" indent="-228623" algn="l" defTabSz="914491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97" indent="-228623" algn="l" defTabSz="914491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43" indent="-228623" algn="l" defTabSz="914491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89" indent="-228623" algn="l" defTabSz="914491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1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7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9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4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8" userDrawn="1">
          <p15:clr>
            <a:srgbClr val="FBAE40"/>
          </p15:clr>
        </p15:guide>
        <p15:guide id="2" orient="horz" pos="3700" userDrawn="1">
          <p15:clr>
            <a:srgbClr val="FBAE40"/>
          </p15:clr>
        </p15:guide>
        <p15:guide id="3" orient="horz" pos="501" userDrawn="1">
          <p15:clr>
            <a:srgbClr val="FBAE40"/>
          </p15:clr>
        </p15:guide>
        <p15:guide id="4" pos="7342" userDrawn="1">
          <p15:clr>
            <a:srgbClr val="FBAE40"/>
          </p15:clr>
        </p15:guide>
        <p15:guide id="5" pos="339" userDrawn="1">
          <p15:clr>
            <a:srgbClr val="FBAE40"/>
          </p15:clr>
        </p15:guide>
        <p15:guide id="6" orient="horz" pos="272" userDrawn="1">
          <p15:clr>
            <a:srgbClr val="FBAE40"/>
          </p15:clr>
        </p15:guide>
        <p15:guide id="7" orient="horz" pos="4047" userDrawn="1">
          <p15:clr>
            <a:srgbClr val="FBAE4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1111200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"/>
          <p:cNvSpPr>
            <a:spLocks noGrp="1"/>
          </p:cNvSpPr>
          <p:nvPr>
            <p:ph type="body" idx="1"/>
          </p:nvPr>
        </p:nvSpPr>
        <p:spPr bwMode="gray">
          <a:xfrm>
            <a:off x="540000" y="1728000"/>
            <a:ext cx="11112000" cy="41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Datum"/>
          <p:cNvSpPr>
            <a:spLocks noGrp="1"/>
          </p:cNvSpPr>
          <p:nvPr>
            <p:ph type="dt" sz="half" idx="2"/>
          </p:nvPr>
        </p:nvSpPr>
        <p:spPr bwMode="gray">
          <a:xfrm>
            <a:off x="9525400" y="6493063"/>
            <a:ext cx="176582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fld id="{2A01658F-5FBB-4AAD-991E-5DFF78E0881A}" type="datetime3">
              <a:rPr lang="en-US" smtClean="0"/>
              <a:t>30 January 2025</a:t>
            </a:fld>
            <a:endParaRPr lang="de-DE" dirty="0"/>
          </a:p>
        </p:txBody>
      </p:sp>
      <p:sp>
        <p:nvSpPr>
          <p:cNvPr id="5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540000" y="6493063"/>
            <a:ext cx="756000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r>
              <a:rPr lang="de-DE"/>
              <a:t>AI Project | ActSmart Human Machine Interaction</a:t>
            </a:r>
            <a:endParaRPr lang="de-DE" dirty="0"/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41456" y="6493063"/>
            <a:ext cx="310544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fld id="{02CEFE82-39F2-4F47-8A0C-D5AB3496FA5C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BA9B1628-400D-AFA9-F3A7-313D813DA80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439192" y="452261"/>
            <a:ext cx="2212808" cy="359193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578F8E-ADE3-83CD-BBD4-F2AF811B81C3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305318"/>
            <a:ext cx="566504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5722733-4586-8907-05DD-71491D81A516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6426000"/>
            <a:ext cx="11112001" cy="0"/>
          </a:xfrm>
          <a:prstGeom prst="line">
            <a:avLst/>
          </a:prstGeom>
          <a:ln w="12700" cap="rnd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592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0" r:id="rId1"/>
    <p:sldLayoutId id="2147483986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914491" rtl="0" eaLnBrk="1" latinLnBrk="0" hangingPunct="1">
        <a:lnSpc>
          <a:spcPct val="90000"/>
        </a:lnSpc>
        <a:spcBef>
          <a:spcPct val="0"/>
        </a:spcBef>
        <a:buNone/>
        <a:defRPr sz="2800" b="0" i="0" kern="1200" cap="none" baseline="0">
          <a:solidFill>
            <a:schemeClr val="tx1"/>
          </a:solidFill>
          <a:latin typeface="Tahoma" panose="020B0604030504040204" pitchFamily="34" charset="0"/>
          <a:ea typeface="+mj-ea"/>
          <a:cs typeface="+mj-cs"/>
        </a:defRPr>
      </a:lvl1pPr>
    </p:titleStyle>
    <p:bodyStyle>
      <a:lvl1pPr marL="270027" indent="-270027" algn="l" defTabSz="914491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20072" indent="-270027" algn="l" defTabSz="914491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6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2pPr>
      <a:lvl3pPr marL="1080108" indent="-270027" algn="l" defTabSz="914491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3pPr>
      <a:lvl4pPr marL="1440144" indent="-270027" algn="l" defTabSz="914491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4pPr>
      <a:lvl5pPr marL="1800180" indent="-270027" algn="l" defTabSz="914491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000" b="0" i="0" kern="12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5pPr>
      <a:lvl6pPr marL="2514851" indent="-228623" algn="l" defTabSz="914491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2097" indent="-228623" algn="l" defTabSz="914491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343" indent="-228623" algn="l" defTabSz="914491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589" indent="-228623" algn="l" defTabSz="914491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4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91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737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983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229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474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720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966" algn="l" defTabSz="91449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8" userDrawn="1">
          <p15:clr>
            <a:srgbClr val="FBAE40"/>
          </p15:clr>
        </p15:guide>
        <p15:guide id="2" orient="horz" pos="3700" userDrawn="1">
          <p15:clr>
            <a:srgbClr val="FBAE40"/>
          </p15:clr>
        </p15:guide>
        <p15:guide id="3" orient="horz" pos="501" userDrawn="1">
          <p15:clr>
            <a:srgbClr val="FBAE40"/>
          </p15:clr>
        </p15:guide>
        <p15:guide id="4" pos="7342" userDrawn="1">
          <p15:clr>
            <a:srgbClr val="FBAE40"/>
          </p15:clr>
        </p15:guide>
        <p15:guide id="5" pos="339" userDrawn="1">
          <p15:clr>
            <a:srgbClr val="FBAE40"/>
          </p15:clr>
        </p15:guide>
        <p15:guide id="6" orient="horz" pos="272" userDrawn="1">
          <p15:clr>
            <a:srgbClr val="FBAE40"/>
          </p15:clr>
        </p15:guide>
        <p15:guide id="7" orient="horz" pos="4047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10.07654" TargetMode="External"/><Relationship Id="rId2" Type="http://schemas.openxmlformats.org/officeDocument/2006/relationships/hyperlink" Target="https://arxiv.org/abs/1904.03323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arxiv.org/abs/2303.13375" TargetMode="External"/><Relationship Id="rId4" Type="http://schemas.openxmlformats.org/officeDocument/2006/relationships/hyperlink" Target="https://arxiv.org/abs/2302.06283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5">
            <a:extLst>
              <a:ext uri="{FF2B5EF4-FFF2-40B4-BE49-F238E27FC236}">
                <a16:creationId xmlns:a16="http://schemas.microsoft.com/office/drawing/2014/main" id="{924DF51F-300F-66DE-1389-841E97C77E8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24" b="18624"/>
          <a:stretch/>
        </p:blipFill>
        <p:spPr bwMode="gray">
          <a:xfrm>
            <a:off x="0" y="0"/>
            <a:ext cx="12192000" cy="4459265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FCCB0AD-10BE-79ED-D933-A5862F55416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0" y="4781418"/>
            <a:ext cx="12192000" cy="540000"/>
          </a:xfrm>
        </p:spPr>
        <p:txBody>
          <a:bodyPr/>
          <a:lstStyle/>
          <a:p>
            <a:pPr algn="ctr"/>
            <a:r>
              <a:rPr lang="de-DE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Actsmart human </a:t>
            </a:r>
            <a:r>
              <a:rPr lang="de-DE" sz="24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machine interaction FOR Healthcare</a:t>
            </a:r>
            <a:endParaRPr lang="de-DE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03ED0E9C-FC42-2CDD-3E98-9499B78B7D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540000" y="5390565"/>
            <a:ext cx="11112000" cy="540000"/>
          </a:xfrm>
        </p:spPr>
        <p:txBody>
          <a:bodyPr/>
          <a:lstStyle/>
          <a:p>
            <a:pPr algn="ctr"/>
            <a:r>
              <a:rPr lang="de-DE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</a:t>
            </a: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</a:t>
            </a:r>
            <a:r>
              <a:rPr lang="de-DE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35F8068-79CE-92F4-2117-548F2D9C069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0" y="4205198"/>
            <a:ext cx="12192000" cy="276762"/>
          </a:xfrm>
        </p:spPr>
        <p:txBody>
          <a:bodyPr/>
          <a:lstStyle/>
          <a:p>
            <a:r>
              <a:rPr lang="de-DE" dirty="0"/>
              <a:t> </a:t>
            </a:r>
          </a:p>
        </p:txBody>
      </p:sp>
      <p:sp>
        <p:nvSpPr>
          <p:cNvPr id="3" name="Textplatzhalter 2" hidden="1">
            <a:extLst>
              <a:ext uri="{FF2B5EF4-FFF2-40B4-BE49-F238E27FC236}">
                <a16:creationId xmlns:a16="http://schemas.microsoft.com/office/drawing/2014/main" id="{111D1C3D-36F3-01B4-7996-BB9DA061976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>
          <a:xfrm>
            <a:off x="8599135" y="5545347"/>
            <a:ext cx="3540287" cy="216000"/>
          </a:xfrm>
        </p:spPr>
        <p:txBody>
          <a:bodyPr/>
          <a:lstStyle/>
          <a:p>
            <a:r>
              <a:rPr lang="de-DE" dirty="0"/>
              <a:t>© 2022 OTH Amberg-Weiden</a:t>
            </a:r>
          </a:p>
        </p:txBody>
      </p:sp>
      <p:sp>
        <p:nvSpPr>
          <p:cNvPr id="4" name="Textplatzhalter 3" hidden="1">
            <a:extLst>
              <a:ext uri="{FF2B5EF4-FFF2-40B4-BE49-F238E27FC236}">
                <a16:creationId xmlns:a16="http://schemas.microsoft.com/office/drawing/2014/main" id="{224E390F-D28D-C40B-581F-9260703F6B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8599135" y="5950992"/>
            <a:ext cx="3592865" cy="540000"/>
          </a:xfrm>
        </p:spPr>
        <p:txBody>
          <a:bodyPr/>
          <a:lstStyle/>
          <a:p>
            <a:r>
              <a:rPr lang="de-DE" dirty="0"/>
              <a:t>Verfasser | Ort | Optionaler Text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0FB03-6FCA-3FBF-1580-3792C944097E}"/>
              </a:ext>
            </a:extLst>
          </p:cNvPr>
          <p:cNvSpPr txBox="1"/>
          <p:nvPr/>
        </p:nvSpPr>
        <p:spPr bwMode="gray">
          <a:xfrm>
            <a:off x="2229633" y="6068859"/>
            <a:ext cx="7402883" cy="12901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ctr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Supervised by </a:t>
            </a:r>
          </a:p>
          <a:p>
            <a:pPr marL="285750" indent="-285750" algn="ctr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 </a:t>
            </a:r>
            <a:r>
              <a:rPr lang="en-GB" sz="20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Dr.</a:t>
            </a:r>
            <a:r>
              <a:rPr lang="en-GB" sz="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-Ing. Christian </a:t>
            </a:r>
            <a:r>
              <a:rPr lang="en-GB" sz="2000" b="1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Bergler</a:t>
            </a:r>
            <a:endParaRPr lang="en-DE" sz="2000" b="1" dirty="0" err="1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883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BC0F9AC-860D-2482-7C67-8982E8FD57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4771036" cy="783021"/>
          </a:xfrm>
          <a:ln w="3810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>
              <a:lnSpc>
                <a:spcPct val="90000"/>
              </a:lnSpc>
            </a:pPr>
            <a:r>
              <a:rPr lang="en-GB" sz="4800" b="1" strike="noStrike" spc="-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Group Members</a:t>
            </a:r>
            <a:endParaRPr lang="en-US" sz="4800" b="0" strike="noStrike" spc="-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5B9E70-6C40-4EAE-923C-29BA8E293D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E93C8D6-DBEC-4C8C-9EB3-7489DDF4B93B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2071969-DE94-8264-7F30-CCD5C7F16A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AI Project | ActSmart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63C40D5-3643-57B8-E01F-284213606D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2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57B86-A8FA-EB88-E9A8-BE56522CA57A}"/>
              </a:ext>
            </a:extLst>
          </p:cNvPr>
          <p:cNvCxnSpPr/>
          <p:nvPr/>
        </p:nvCxnSpPr>
        <p:spPr bwMode="gray">
          <a:xfrm>
            <a:off x="540000" y="1316355"/>
            <a:ext cx="11112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33E85324-D295-61BD-5A4F-815684903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828535"/>
              </p:ext>
            </p:extLst>
          </p:nvPr>
        </p:nvGraphicFramePr>
        <p:xfrm>
          <a:off x="1882383" y="1918605"/>
          <a:ext cx="8427233" cy="25079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5343">
                  <a:extLst>
                    <a:ext uri="{9D8B030D-6E8A-4147-A177-3AD203B41FA5}">
                      <a16:colId xmlns:a16="http://schemas.microsoft.com/office/drawing/2014/main" val="2673519258"/>
                    </a:ext>
                  </a:extLst>
                </a:gridCol>
                <a:gridCol w="4611890">
                  <a:extLst>
                    <a:ext uri="{9D8B030D-6E8A-4147-A177-3AD203B41FA5}">
                      <a16:colId xmlns:a16="http://schemas.microsoft.com/office/drawing/2014/main" val="3844621035"/>
                    </a:ext>
                  </a:extLst>
                </a:gridCol>
              </a:tblGrid>
              <a:tr h="796782">
                <a:tc>
                  <a:txBody>
                    <a:bodyPr/>
                    <a:lstStyle/>
                    <a:p>
                      <a:pPr marL="0" marR="0" lvl="0" indent="0" algn="ctr" defTabSz="9144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strike="noStrike" spc="-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Students Name</a:t>
                      </a:r>
                      <a:endParaRPr lang="en-US" sz="36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9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600" b="1" strike="noStrike" spc="-1" dirty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Matriculation Number</a:t>
                      </a:r>
                      <a:endParaRPr lang="en-US" sz="3600" b="0" strike="noStrike" spc="-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endParaRPr lang="en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629025"/>
                  </a:ext>
                </a:extLst>
              </a:tr>
              <a:tr h="79678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Keval Viradiya</a:t>
                      </a:r>
                      <a:endParaRPr lang="en-DE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35918707</a:t>
                      </a:r>
                      <a:endParaRPr lang="en-DE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952889"/>
                  </a:ext>
                </a:extLst>
              </a:tr>
              <a:tr h="79678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Devanshi Trivedi</a:t>
                      </a:r>
                      <a:endParaRPr lang="en-DE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35661294</a:t>
                      </a:r>
                      <a:endParaRPr lang="en-DE" sz="24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5485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535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394CF-95A6-87B5-5E99-75850D8B3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F0A0518-E6DC-E11D-0765-C71275F30DE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4771036" cy="783021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4800" strike="noStrike" spc="-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Content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2CA6D1D-F28A-D1B9-1F12-63DFA41D08E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EB63ED-A846-43D2-A37E-51523A525E7A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FEA556-BB97-6E23-DD23-D172097AB9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AI Project | ActSmart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05E87BF-DDAB-988D-D113-C59AFD1A2E9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3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5945513-8929-027D-9AEA-F5017562CFA5}"/>
              </a:ext>
            </a:extLst>
          </p:cNvPr>
          <p:cNvCxnSpPr/>
          <p:nvPr/>
        </p:nvCxnSpPr>
        <p:spPr bwMode="gray">
          <a:xfrm>
            <a:off x="540000" y="1302707"/>
            <a:ext cx="1111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6C2B048-0CDE-4C22-7D00-62C09684DC24}"/>
              </a:ext>
            </a:extLst>
          </p:cNvPr>
          <p:cNvSpPr>
            <a:spLocks noGrp="1"/>
          </p:cNvSpPr>
          <p:nvPr/>
        </p:nvSpPr>
        <p:spPr bwMode="gray">
          <a:xfrm>
            <a:off x="9525400" y="6315532"/>
            <a:ext cx="176582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defPPr>
              <a:defRPr lang="en-US"/>
            </a:defPPr>
            <a:lvl1pPr marL="0" algn="r" defTabSz="914400" rtl="0" eaLnBrk="1" latinLnBrk="0" hangingPunct="1">
              <a:defRPr sz="800" b="0" i="0" kern="1200">
                <a:solidFill>
                  <a:schemeClr val="bg2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noProof="0" dirty="0"/>
          </a:p>
        </p:txBody>
      </p:sp>
      <p:sp>
        <p:nvSpPr>
          <p:cNvPr id="7" name="Textplatzhalter 7">
            <a:extLst>
              <a:ext uri="{FF2B5EF4-FFF2-40B4-BE49-F238E27FC236}">
                <a16:creationId xmlns:a16="http://schemas.microsoft.com/office/drawing/2014/main" id="{38E1A13C-3D1B-2CBC-6BDC-8A56AE5C76FE}"/>
              </a:ext>
            </a:extLst>
          </p:cNvPr>
          <p:cNvSpPr>
            <a:spLocks noGrp="1"/>
          </p:cNvSpPr>
          <p:nvPr/>
        </p:nvSpPr>
        <p:spPr bwMode="gray">
          <a:xfrm>
            <a:off x="540000" y="1463358"/>
            <a:ext cx="1062038" cy="720820"/>
          </a:xfrm>
          <a:prstGeom prst="rect">
            <a:avLst/>
          </a:prstGeom>
        </p:spPr>
        <p:txBody>
          <a:bodyPr vert="horz" lIns="0" tIns="0" rIns="0" bIns="7200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5000" b="1" i="0" kern="1200">
                <a:solidFill>
                  <a:schemeClr val="accent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2"/>
                </a:solidFill>
              </a:rPr>
              <a:t>01</a:t>
            </a:r>
          </a:p>
        </p:txBody>
      </p:sp>
      <p:sp>
        <p:nvSpPr>
          <p:cNvPr id="11" name="Textplatzhalter 8">
            <a:extLst>
              <a:ext uri="{FF2B5EF4-FFF2-40B4-BE49-F238E27FC236}">
                <a16:creationId xmlns:a16="http://schemas.microsoft.com/office/drawing/2014/main" id="{5862DE21-6532-95FD-FB12-7B79E87B7370}"/>
              </a:ext>
            </a:extLst>
          </p:cNvPr>
          <p:cNvSpPr>
            <a:spLocks noGrp="1"/>
          </p:cNvSpPr>
          <p:nvPr/>
        </p:nvSpPr>
        <p:spPr bwMode="gray">
          <a:xfrm>
            <a:off x="540000" y="2388752"/>
            <a:ext cx="1062038" cy="720820"/>
          </a:xfrm>
          <a:prstGeom prst="rect">
            <a:avLst/>
          </a:prstGeom>
        </p:spPr>
        <p:txBody>
          <a:bodyPr vert="horz" lIns="0" tIns="0" rIns="0" bIns="7200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5000" b="1" i="0" kern="1200">
                <a:solidFill>
                  <a:schemeClr val="accent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2"/>
                </a:solidFill>
              </a:rPr>
              <a:t>02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871F83C4-70F9-9800-B884-AFBD29DC9897}"/>
              </a:ext>
            </a:extLst>
          </p:cNvPr>
          <p:cNvSpPr>
            <a:spLocks noGrp="1"/>
          </p:cNvSpPr>
          <p:nvPr/>
        </p:nvSpPr>
        <p:spPr bwMode="gray">
          <a:xfrm>
            <a:off x="540000" y="3314146"/>
            <a:ext cx="1062038" cy="720820"/>
          </a:xfrm>
          <a:prstGeom prst="rect">
            <a:avLst/>
          </a:prstGeom>
        </p:spPr>
        <p:txBody>
          <a:bodyPr vert="horz" lIns="0" tIns="0" rIns="0" bIns="7200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5000" b="1" i="0" kern="1200">
                <a:solidFill>
                  <a:schemeClr val="accent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2"/>
                </a:solidFill>
              </a:rPr>
              <a:t>03 </a:t>
            </a:r>
          </a:p>
        </p:txBody>
      </p:sp>
      <p:sp>
        <p:nvSpPr>
          <p:cNvPr id="14" name="Textplatzhalter 41">
            <a:extLst>
              <a:ext uri="{FF2B5EF4-FFF2-40B4-BE49-F238E27FC236}">
                <a16:creationId xmlns:a16="http://schemas.microsoft.com/office/drawing/2014/main" id="{976647CD-488C-A53E-32C0-82851698A5E8}"/>
              </a:ext>
            </a:extLst>
          </p:cNvPr>
          <p:cNvSpPr>
            <a:spLocks noGrp="1"/>
          </p:cNvSpPr>
          <p:nvPr/>
        </p:nvSpPr>
        <p:spPr bwMode="gray">
          <a:xfrm rot="5400000">
            <a:off x="1281190" y="1805768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  <p:sp>
        <p:nvSpPr>
          <p:cNvPr id="15" name="Textplatzhalter 42">
            <a:extLst>
              <a:ext uri="{FF2B5EF4-FFF2-40B4-BE49-F238E27FC236}">
                <a16:creationId xmlns:a16="http://schemas.microsoft.com/office/drawing/2014/main" id="{BEC70285-D45D-3835-831D-286BAE79ECBB}"/>
              </a:ext>
            </a:extLst>
          </p:cNvPr>
          <p:cNvSpPr>
            <a:spLocks noGrp="1"/>
          </p:cNvSpPr>
          <p:nvPr/>
        </p:nvSpPr>
        <p:spPr bwMode="gray">
          <a:xfrm rot="5400000">
            <a:off x="1281190" y="2731176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  <p:sp>
        <p:nvSpPr>
          <p:cNvPr id="16" name="Textplatzhalter 43">
            <a:extLst>
              <a:ext uri="{FF2B5EF4-FFF2-40B4-BE49-F238E27FC236}">
                <a16:creationId xmlns:a16="http://schemas.microsoft.com/office/drawing/2014/main" id="{98715514-ECA8-7591-AF68-BA2454FF4542}"/>
              </a:ext>
            </a:extLst>
          </p:cNvPr>
          <p:cNvSpPr>
            <a:spLocks noGrp="1"/>
          </p:cNvSpPr>
          <p:nvPr/>
        </p:nvSpPr>
        <p:spPr bwMode="gray">
          <a:xfrm rot="5400000">
            <a:off x="1281190" y="3656584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  <p:sp>
        <p:nvSpPr>
          <p:cNvPr id="17" name="Textplatzhalter 44">
            <a:extLst>
              <a:ext uri="{FF2B5EF4-FFF2-40B4-BE49-F238E27FC236}">
                <a16:creationId xmlns:a16="http://schemas.microsoft.com/office/drawing/2014/main" id="{B678963B-76BE-71A1-A1BA-E96C8303F002}"/>
              </a:ext>
            </a:extLst>
          </p:cNvPr>
          <p:cNvSpPr>
            <a:spLocks noGrp="1"/>
          </p:cNvSpPr>
          <p:nvPr/>
        </p:nvSpPr>
        <p:spPr bwMode="gray">
          <a:xfrm>
            <a:off x="1792470" y="1463768"/>
            <a:ext cx="3674648" cy="720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0045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00000"/>
              </a:lnSpc>
            </a:pPr>
            <a:r>
              <a:rPr lang="en-GB" dirty="0"/>
              <a:t>Introduction</a:t>
            </a:r>
            <a:endParaRPr lang="en-US" dirty="0"/>
          </a:p>
        </p:txBody>
      </p:sp>
      <p:sp>
        <p:nvSpPr>
          <p:cNvPr id="18" name="Textplatzhalter 45">
            <a:extLst>
              <a:ext uri="{FF2B5EF4-FFF2-40B4-BE49-F238E27FC236}">
                <a16:creationId xmlns:a16="http://schemas.microsoft.com/office/drawing/2014/main" id="{D1D1066D-5529-6846-94FB-76740000688D}"/>
              </a:ext>
            </a:extLst>
          </p:cNvPr>
          <p:cNvSpPr>
            <a:spLocks noGrp="1"/>
          </p:cNvSpPr>
          <p:nvPr/>
        </p:nvSpPr>
        <p:spPr bwMode="gray">
          <a:xfrm>
            <a:off x="1813622" y="2389255"/>
            <a:ext cx="3674648" cy="720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0045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Motivation</a:t>
            </a:r>
            <a:endParaRPr lang="en-US" dirty="0"/>
          </a:p>
        </p:txBody>
      </p:sp>
      <p:sp>
        <p:nvSpPr>
          <p:cNvPr id="19" name="Textplatzhalter 46">
            <a:extLst>
              <a:ext uri="{FF2B5EF4-FFF2-40B4-BE49-F238E27FC236}">
                <a16:creationId xmlns:a16="http://schemas.microsoft.com/office/drawing/2014/main" id="{BF6969DA-9F52-7D16-6522-55B10884D488}"/>
              </a:ext>
            </a:extLst>
          </p:cNvPr>
          <p:cNvSpPr>
            <a:spLocks noGrp="1"/>
          </p:cNvSpPr>
          <p:nvPr/>
        </p:nvSpPr>
        <p:spPr bwMode="gray">
          <a:xfrm>
            <a:off x="1792470" y="3595366"/>
            <a:ext cx="3674648" cy="421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0045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Objectives</a:t>
            </a:r>
            <a:endParaRPr lang="de-DE" b="1" dirty="0"/>
          </a:p>
          <a:p>
            <a:endParaRPr lang="en-US" dirty="0"/>
          </a:p>
        </p:txBody>
      </p:sp>
      <p:sp>
        <p:nvSpPr>
          <p:cNvPr id="20" name="Textplatzhalter 16">
            <a:extLst>
              <a:ext uri="{FF2B5EF4-FFF2-40B4-BE49-F238E27FC236}">
                <a16:creationId xmlns:a16="http://schemas.microsoft.com/office/drawing/2014/main" id="{9199C1BE-38C1-98A5-EF74-32AF2D4E9E66}"/>
              </a:ext>
            </a:extLst>
          </p:cNvPr>
          <p:cNvSpPr>
            <a:spLocks noGrp="1"/>
          </p:cNvSpPr>
          <p:nvPr/>
        </p:nvSpPr>
        <p:spPr bwMode="gray">
          <a:xfrm>
            <a:off x="6703730" y="1463358"/>
            <a:ext cx="1062038" cy="720820"/>
          </a:xfrm>
          <a:prstGeom prst="rect">
            <a:avLst/>
          </a:prstGeom>
        </p:spPr>
        <p:txBody>
          <a:bodyPr vert="horz" lIns="0" tIns="0" rIns="0" bIns="7200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5000" b="1" i="0" kern="1200">
                <a:solidFill>
                  <a:schemeClr val="accent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2"/>
                </a:solidFill>
              </a:rPr>
              <a:t>06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FC1BEB22-0AFE-EDA1-6C00-C3C0D0F2196C}"/>
              </a:ext>
            </a:extLst>
          </p:cNvPr>
          <p:cNvSpPr>
            <a:spLocks noGrp="1"/>
          </p:cNvSpPr>
          <p:nvPr/>
        </p:nvSpPr>
        <p:spPr bwMode="gray">
          <a:xfrm>
            <a:off x="6703730" y="2388766"/>
            <a:ext cx="1062038" cy="720820"/>
          </a:xfrm>
          <a:prstGeom prst="rect">
            <a:avLst/>
          </a:prstGeom>
        </p:spPr>
        <p:txBody>
          <a:bodyPr vert="horz" lIns="0" tIns="0" rIns="0" bIns="7200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5000" b="1" i="0" kern="1200">
                <a:solidFill>
                  <a:schemeClr val="accent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2"/>
                </a:solidFill>
              </a:rPr>
              <a:t>07</a:t>
            </a:r>
          </a:p>
        </p:txBody>
      </p:sp>
      <p:sp>
        <p:nvSpPr>
          <p:cNvPr id="22" name="Textplatzhalter 18">
            <a:extLst>
              <a:ext uri="{FF2B5EF4-FFF2-40B4-BE49-F238E27FC236}">
                <a16:creationId xmlns:a16="http://schemas.microsoft.com/office/drawing/2014/main" id="{55B16F0E-FE2A-AE43-C92B-45C4BB607649}"/>
              </a:ext>
            </a:extLst>
          </p:cNvPr>
          <p:cNvSpPr>
            <a:spLocks noGrp="1"/>
          </p:cNvSpPr>
          <p:nvPr/>
        </p:nvSpPr>
        <p:spPr bwMode="gray">
          <a:xfrm>
            <a:off x="6703730" y="3314174"/>
            <a:ext cx="1062038" cy="720820"/>
          </a:xfrm>
          <a:prstGeom prst="rect">
            <a:avLst/>
          </a:prstGeom>
        </p:spPr>
        <p:txBody>
          <a:bodyPr vert="horz" lIns="0" tIns="0" rIns="0" bIns="7200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5000" b="1" i="0" kern="1200">
                <a:solidFill>
                  <a:schemeClr val="accent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2"/>
                </a:solidFill>
              </a:rPr>
              <a:t>08</a:t>
            </a:r>
          </a:p>
        </p:txBody>
      </p:sp>
      <p:sp>
        <p:nvSpPr>
          <p:cNvPr id="23" name="Textplatzhalter 47">
            <a:extLst>
              <a:ext uri="{FF2B5EF4-FFF2-40B4-BE49-F238E27FC236}">
                <a16:creationId xmlns:a16="http://schemas.microsoft.com/office/drawing/2014/main" id="{CA038AA6-FAE1-068F-93EF-90F1C67AB656}"/>
              </a:ext>
            </a:extLst>
          </p:cNvPr>
          <p:cNvSpPr>
            <a:spLocks noGrp="1"/>
          </p:cNvSpPr>
          <p:nvPr/>
        </p:nvSpPr>
        <p:spPr bwMode="gray">
          <a:xfrm rot="5400000">
            <a:off x="7444920" y="1805768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  <p:sp>
        <p:nvSpPr>
          <p:cNvPr id="24" name="Textplatzhalter 48">
            <a:extLst>
              <a:ext uri="{FF2B5EF4-FFF2-40B4-BE49-F238E27FC236}">
                <a16:creationId xmlns:a16="http://schemas.microsoft.com/office/drawing/2014/main" id="{F01534F0-7622-CA23-92DE-D419EE2700B2}"/>
              </a:ext>
            </a:extLst>
          </p:cNvPr>
          <p:cNvSpPr>
            <a:spLocks noGrp="1"/>
          </p:cNvSpPr>
          <p:nvPr/>
        </p:nvSpPr>
        <p:spPr bwMode="gray">
          <a:xfrm rot="5400000">
            <a:off x="7444920" y="2731176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  <p:sp>
        <p:nvSpPr>
          <p:cNvPr id="25" name="Textplatzhalter 49">
            <a:extLst>
              <a:ext uri="{FF2B5EF4-FFF2-40B4-BE49-F238E27FC236}">
                <a16:creationId xmlns:a16="http://schemas.microsoft.com/office/drawing/2014/main" id="{CB298203-BE56-C04B-589C-06A2843D7FD8}"/>
              </a:ext>
            </a:extLst>
          </p:cNvPr>
          <p:cNvSpPr>
            <a:spLocks noGrp="1"/>
          </p:cNvSpPr>
          <p:nvPr/>
        </p:nvSpPr>
        <p:spPr bwMode="gray">
          <a:xfrm rot="5400000">
            <a:off x="7444920" y="3656584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  <p:sp>
        <p:nvSpPr>
          <p:cNvPr id="26" name="Textplatzhalter 50">
            <a:extLst>
              <a:ext uri="{FF2B5EF4-FFF2-40B4-BE49-F238E27FC236}">
                <a16:creationId xmlns:a16="http://schemas.microsoft.com/office/drawing/2014/main" id="{6E31FD1D-6623-0F96-E0C5-F806611B032A}"/>
              </a:ext>
            </a:extLst>
          </p:cNvPr>
          <p:cNvSpPr>
            <a:spLocks noGrp="1"/>
          </p:cNvSpPr>
          <p:nvPr/>
        </p:nvSpPr>
        <p:spPr bwMode="gray">
          <a:xfrm>
            <a:off x="7977352" y="1463768"/>
            <a:ext cx="3674648" cy="720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0045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Results </a:t>
            </a:r>
          </a:p>
        </p:txBody>
      </p:sp>
      <p:sp>
        <p:nvSpPr>
          <p:cNvPr id="27" name="Textplatzhalter 51">
            <a:extLst>
              <a:ext uri="{FF2B5EF4-FFF2-40B4-BE49-F238E27FC236}">
                <a16:creationId xmlns:a16="http://schemas.microsoft.com/office/drawing/2014/main" id="{FE59537C-E84F-F308-DFA8-68783CD7F726}"/>
              </a:ext>
            </a:extLst>
          </p:cNvPr>
          <p:cNvSpPr>
            <a:spLocks noGrp="1"/>
          </p:cNvSpPr>
          <p:nvPr/>
        </p:nvSpPr>
        <p:spPr bwMode="gray">
          <a:xfrm>
            <a:off x="7977352" y="2389291"/>
            <a:ext cx="3674648" cy="720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0045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Future Work</a:t>
            </a:r>
          </a:p>
        </p:txBody>
      </p:sp>
      <p:sp>
        <p:nvSpPr>
          <p:cNvPr id="28" name="Textplatzhalter 52">
            <a:extLst>
              <a:ext uri="{FF2B5EF4-FFF2-40B4-BE49-F238E27FC236}">
                <a16:creationId xmlns:a16="http://schemas.microsoft.com/office/drawing/2014/main" id="{D939055C-A344-962B-0766-5E359E72ED1A}"/>
              </a:ext>
            </a:extLst>
          </p:cNvPr>
          <p:cNvSpPr>
            <a:spLocks noGrp="1"/>
          </p:cNvSpPr>
          <p:nvPr/>
        </p:nvSpPr>
        <p:spPr bwMode="gray">
          <a:xfrm>
            <a:off x="7977352" y="3671956"/>
            <a:ext cx="3674648" cy="37448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0045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Referance</a:t>
            </a:r>
            <a:endParaRPr lang="de-DE" dirty="0"/>
          </a:p>
          <a:p>
            <a:endParaRPr lang="de-DE" dirty="0"/>
          </a:p>
        </p:txBody>
      </p:sp>
      <p:sp>
        <p:nvSpPr>
          <p:cNvPr id="29" name="Textplatzhalter 25">
            <a:extLst>
              <a:ext uri="{FF2B5EF4-FFF2-40B4-BE49-F238E27FC236}">
                <a16:creationId xmlns:a16="http://schemas.microsoft.com/office/drawing/2014/main" id="{7575F8DD-0ED6-02ED-EE48-2C8192BA815D}"/>
              </a:ext>
            </a:extLst>
          </p:cNvPr>
          <p:cNvSpPr>
            <a:spLocks noGrp="1"/>
          </p:cNvSpPr>
          <p:nvPr/>
        </p:nvSpPr>
        <p:spPr bwMode="gray">
          <a:xfrm>
            <a:off x="540000" y="4239540"/>
            <a:ext cx="1062038" cy="720820"/>
          </a:xfrm>
          <a:prstGeom prst="rect">
            <a:avLst/>
          </a:prstGeom>
        </p:spPr>
        <p:txBody>
          <a:bodyPr vert="horz" lIns="0" tIns="0" rIns="0" bIns="7200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5000" b="1" i="0" kern="1200">
                <a:solidFill>
                  <a:schemeClr val="accent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2"/>
                </a:solidFill>
              </a:rPr>
              <a:t>04</a:t>
            </a:r>
          </a:p>
        </p:txBody>
      </p:sp>
      <p:sp>
        <p:nvSpPr>
          <p:cNvPr id="30" name="Textplatzhalter 53">
            <a:extLst>
              <a:ext uri="{FF2B5EF4-FFF2-40B4-BE49-F238E27FC236}">
                <a16:creationId xmlns:a16="http://schemas.microsoft.com/office/drawing/2014/main" id="{1963D3DF-3FE6-56F8-BC53-F6B32BF0BA00}"/>
              </a:ext>
            </a:extLst>
          </p:cNvPr>
          <p:cNvSpPr>
            <a:spLocks noGrp="1"/>
          </p:cNvSpPr>
          <p:nvPr/>
        </p:nvSpPr>
        <p:spPr bwMode="gray">
          <a:xfrm rot="5400000">
            <a:off x="1281190" y="4581992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bg2"/>
            </a:solidFill>
          </a:ln>
        </p:spPr>
        <p:txBody>
          <a:bodyPr vert="horz" lIns="0" tIns="0" rIns="0" bIns="0" rtlCol="0">
            <a:noAutofit/>
          </a:bodyPr>
          <a:lstStyle>
            <a:lvl1pPr marL="0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  <p:sp>
        <p:nvSpPr>
          <p:cNvPr id="31" name="Textplatzhalter 54">
            <a:extLst>
              <a:ext uri="{FF2B5EF4-FFF2-40B4-BE49-F238E27FC236}">
                <a16:creationId xmlns:a16="http://schemas.microsoft.com/office/drawing/2014/main" id="{C79FEA92-B3D9-E99F-6B88-A54422254D1D}"/>
              </a:ext>
            </a:extLst>
          </p:cNvPr>
          <p:cNvSpPr>
            <a:spLocks noGrp="1"/>
          </p:cNvSpPr>
          <p:nvPr/>
        </p:nvSpPr>
        <p:spPr bwMode="gray">
          <a:xfrm>
            <a:off x="1813622" y="4240325"/>
            <a:ext cx="3674648" cy="720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0045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Challenges</a:t>
            </a:r>
            <a:endParaRPr lang="en-US" dirty="0"/>
          </a:p>
        </p:txBody>
      </p:sp>
      <p:sp>
        <p:nvSpPr>
          <p:cNvPr id="35" name="Textplatzhalter 31">
            <a:extLst>
              <a:ext uri="{FF2B5EF4-FFF2-40B4-BE49-F238E27FC236}">
                <a16:creationId xmlns:a16="http://schemas.microsoft.com/office/drawing/2014/main" id="{7B05281B-CAD2-1F0C-2070-3E2D82225DF5}"/>
              </a:ext>
            </a:extLst>
          </p:cNvPr>
          <p:cNvSpPr>
            <a:spLocks noGrp="1"/>
          </p:cNvSpPr>
          <p:nvPr/>
        </p:nvSpPr>
        <p:spPr bwMode="gray">
          <a:xfrm>
            <a:off x="540000" y="5164989"/>
            <a:ext cx="1062038" cy="720820"/>
          </a:xfrm>
          <a:prstGeom prst="rect">
            <a:avLst/>
          </a:prstGeom>
        </p:spPr>
        <p:txBody>
          <a:bodyPr vert="horz" lIns="0" tIns="0" rIns="0" bIns="7200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5000" b="1" i="0" kern="1200">
                <a:solidFill>
                  <a:schemeClr val="accent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solidFill>
                  <a:schemeClr val="bg2"/>
                </a:solidFill>
              </a:rPr>
              <a:t>05</a:t>
            </a:r>
          </a:p>
        </p:txBody>
      </p:sp>
      <p:sp>
        <p:nvSpPr>
          <p:cNvPr id="36" name="Textplatzhalter 57">
            <a:extLst>
              <a:ext uri="{FF2B5EF4-FFF2-40B4-BE49-F238E27FC236}">
                <a16:creationId xmlns:a16="http://schemas.microsoft.com/office/drawing/2014/main" id="{70EA01F4-F718-C961-73B6-F5440B09ABBB}"/>
              </a:ext>
            </a:extLst>
          </p:cNvPr>
          <p:cNvSpPr>
            <a:spLocks noGrp="1"/>
          </p:cNvSpPr>
          <p:nvPr/>
        </p:nvSpPr>
        <p:spPr bwMode="gray">
          <a:xfrm rot="5400000">
            <a:off x="1281190" y="5507399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bg2"/>
          </a:solidFill>
        </p:spPr>
        <p:txBody>
          <a:bodyPr vert="horz" lIns="0" tIns="0" rIns="0" bIns="0" rtlCol="0">
            <a:noAutofit/>
          </a:bodyPr>
          <a:lstStyle>
            <a:lvl1pPr marL="0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/>
              <a:t> </a:t>
            </a:r>
          </a:p>
        </p:txBody>
      </p:sp>
      <p:sp>
        <p:nvSpPr>
          <p:cNvPr id="37" name="Textplatzhalter 58">
            <a:extLst>
              <a:ext uri="{FF2B5EF4-FFF2-40B4-BE49-F238E27FC236}">
                <a16:creationId xmlns:a16="http://schemas.microsoft.com/office/drawing/2014/main" id="{75F60030-3D70-7DE8-BBCC-5E460E5E63E1}"/>
              </a:ext>
            </a:extLst>
          </p:cNvPr>
          <p:cNvSpPr>
            <a:spLocks noGrp="1"/>
          </p:cNvSpPr>
          <p:nvPr/>
        </p:nvSpPr>
        <p:spPr bwMode="gray">
          <a:xfrm>
            <a:off x="1821315" y="5201399"/>
            <a:ext cx="3674648" cy="72000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450045" indent="0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Methodology</a:t>
            </a:r>
            <a:endParaRPr lang="en-US" dirty="0"/>
          </a:p>
        </p:txBody>
      </p:sp>
      <p:sp>
        <p:nvSpPr>
          <p:cNvPr id="38" name="Textplatzhalter 34">
            <a:extLst>
              <a:ext uri="{FF2B5EF4-FFF2-40B4-BE49-F238E27FC236}">
                <a16:creationId xmlns:a16="http://schemas.microsoft.com/office/drawing/2014/main" id="{24FC0FFD-1F0B-9436-CCE3-F4192E607479}"/>
              </a:ext>
            </a:extLst>
          </p:cNvPr>
          <p:cNvSpPr>
            <a:spLocks noGrp="1"/>
          </p:cNvSpPr>
          <p:nvPr/>
        </p:nvSpPr>
        <p:spPr bwMode="gray">
          <a:xfrm>
            <a:off x="6703730" y="5164989"/>
            <a:ext cx="1062038" cy="720820"/>
          </a:xfrm>
          <a:prstGeom prst="rect">
            <a:avLst/>
          </a:prstGeom>
        </p:spPr>
        <p:txBody>
          <a:bodyPr vert="horz" lIns="0" tIns="0" rIns="0" bIns="72000" rtlCol="0" anchor="ctr">
            <a:noAutofit/>
          </a:bodyPr>
          <a:lstStyle>
            <a:lvl1pPr marL="0" indent="0" algn="l" defTabSz="914491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5000" b="1" i="0" kern="1200">
                <a:solidFill>
                  <a:schemeClr val="accent1"/>
                </a:solidFill>
                <a:latin typeface="Tahoma" panose="020B0604030504040204" pitchFamily="34" charset="0"/>
                <a:ea typeface="+mn-ea"/>
                <a:cs typeface="+mn-cs"/>
              </a:defRPr>
            </a:lvl1pPr>
            <a:lvl2pPr marL="720072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1080108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440144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00180" indent="-270027" algn="l" defTabSz="914491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b="0" i="0" kern="1200">
                <a:solidFill>
                  <a:schemeClr val="tx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  <a:lvl6pPr marL="2514851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2097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343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589" indent="-228623" algn="l" defTabSz="914491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1985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BC0F9AC-860D-2482-7C67-8982E8FD57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4771036" cy="783021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4800" b="1" strike="noStrike" spc="-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Introduction</a:t>
            </a:r>
            <a:endParaRPr lang="en-US" sz="4800" b="0" strike="noStrike" spc="-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5B9E70-6C40-4EAE-923C-29BA8E293D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EB63ED-A846-43D2-A37E-51523A525E7A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2071969-DE94-8264-7F30-CCD5C7F16A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AI Project | ActSmart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63C40D5-3643-57B8-E01F-284213606D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4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57B86-A8FA-EB88-E9A8-BE56522CA57A}"/>
              </a:ext>
            </a:extLst>
          </p:cNvPr>
          <p:cNvCxnSpPr/>
          <p:nvPr/>
        </p:nvCxnSpPr>
        <p:spPr bwMode="gray">
          <a:xfrm>
            <a:off x="540000" y="1302707"/>
            <a:ext cx="1111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5ABB4DE-4EE1-2857-97F5-946848927059}"/>
              </a:ext>
            </a:extLst>
          </p:cNvPr>
          <p:cNvSpPr txBox="1"/>
          <p:nvPr/>
        </p:nvSpPr>
        <p:spPr bwMode="gray">
          <a:xfrm>
            <a:off x="839244" y="1578278"/>
            <a:ext cx="10451976" cy="46471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 speech-enabled health assistant that</a:t>
            </a:r>
            <a:r>
              <a:rPr lang="en-GB" sz="2400" b="1" dirty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</a:p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Listens to users' symptoms through voice input.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Analyze the symptoms using a medical database and AI algorithms.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Generates advice on food, medicines, and self-care tips using advanced Generative AI.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Speaks back this advice in a natural, easy-to-understand way.</a:t>
            </a:r>
          </a:p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endParaRPr lang="en-DE" sz="2400" dirty="0" err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217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BC0F9AC-860D-2482-7C67-8982E8FD57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4771036" cy="783021"/>
          </a:xfrm>
          <a:noFill/>
        </p:spPr>
        <p:txBody>
          <a:bodyPr/>
          <a:lstStyle/>
          <a:p>
            <a:pPr lvl="0"/>
            <a:r>
              <a:rPr lang="en-GB" sz="4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Motivation</a:t>
            </a:r>
            <a:endParaRPr lang="en-DE" sz="4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5B9E70-6C40-4EAE-923C-29BA8E293D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39DC71-729E-4960-9A4D-45B9C7F33784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2071969-DE94-8264-7F30-CCD5C7F16A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AI Project | ActSmart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63C40D5-3643-57B8-E01F-284213606D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5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57B86-A8FA-EB88-E9A8-BE56522CA57A}"/>
              </a:ext>
            </a:extLst>
          </p:cNvPr>
          <p:cNvCxnSpPr/>
          <p:nvPr/>
        </p:nvCxnSpPr>
        <p:spPr bwMode="gray">
          <a:xfrm>
            <a:off x="540000" y="1302707"/>
            <a:ext cx="1111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5D0F63A-8A59-608E-9AD0-CCD2872DB482}"/>
              </a:ext>
            </a:extLst>
          </p:cNvPr>
          <p:cNvSpPr txBox="1"/>
          <p:nvPr/>
        </p:nvSpPr>
        <p:spPr bwMode="gray">
          <a:xfrm>
            <a:off x="540000" y="1553227"/>
            <a:ext cx="11112000" cy="419621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GB" sz="2400" dirty="0">
              <a:latin typeface="Times New Roman" panose="02020603050405020304" pitchFamily="18" charset="0"/>
              <a:ea typeface="Calibri Light" panose="020F0302020204030204" pitchFamily="34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Millions of people delay seeking medical attention because they aren't sure whether their symptoms are serious or manageable at home.</a:t>
            </a:r>
            <a:endParaRPr lang="en-GB" sz="2400" dirty="0">
              <a:latin typeface="Arial" panose="020B0604020202020204" pitchFamily="34" charset="0"/>
              <a:ea typeface="Calibri Light" panose="020F030202020403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 system that can quickly guide users on basic health concerns can:</a:t>
            </a:r>
          </a:p>
          <a:p>
            <a:pPr marL="914400" lvl="1" indent="-4572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Reduce anxiety</a:t>
            </a:r>
          </a:p>
          <a:p>
            <a:pPr marL="914400" lvl="1" indent="-4572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Prevent unnecessary hospital visits.</a:t>
            </a:r>
          </a:p>
          <a:p>
            <a:pPr marL="914400" lvl="1" indent="-45720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Save time and resources for both individuals and healthcare providers.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endParaRPr lang="en-GB" sz="2400" dirty="0">
              <a:latin typeface="Times New Roman" panose="02020603050405020304" pitchFamily="18" charset="0"/>
              <a:ea typeface="Calibri Light" panose="020F03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5604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1A067-A23C-ACF7-FABA-61E8512A7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C29EB0EF-73C5-7B1C-F575-885355F89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4771036" cy="783021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sz="4800" spc="-1" dirty="0">
                <a:solidFill>
                  <a:srgbClr val="000000"/>
                </a:solidFill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Objective</a:t>
            </a:r>
            <a:endParaRPr lang="en-US" sz="4800" b="0" strike="noStrike" spc="-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1CDC2241-FA29-5853-1BA7-EF81CC9BF34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FEB63ED-A846-43D2-A37E-51523A525E7A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538F195-D69C-C3D8-5131-0567CC39CB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AI Project | ActSmart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3FBC209-660B-93D3-0897-7242C615E2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6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EBE627-09BB-2AA3-4C00-59FA11595A2B}"/>
              </a:ext>
            </a:extLst>
          </p:cNvPr>
          <p:cNvCxnSpPr/>
          <p:nvPr/>
        </p:nvCxnSpPr>
        <p:spPr bwMode="gray">
          <a:xfrm>
            <a:off x="540000" y="1302707"/>
            <a:ext cx="1111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8F15726-14C2-8EDA-971A-912FA15147A9}"/>
              </a:ext>
            </a:extLst>
          </p:cNvPr>
          <p:cNvSpPr txBox="1"/>
          <p:nvPr/>
        </p:nvSpPr>
        <p:spPr bwMode="gray">
          <a:xfrm>
            <a:off x="839244" y="1215021"/>
            <a:ext cx="10451976" cy="464715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Understands and processes user speech using Automatic Speech Recognition (ASR).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Analyzes symptoms with advanced Natural Language Processing (NLP) techniques using Large Language Models (LLMs).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Generates accurate and personalized healthcare advice based on user inputs.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Provides seamless and natural communication through Text-to-Speech (TTS) technology.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Bridges the gap between healthcare accessibility and technology, empowering users with reliable, user-friendly, and actionable health guidance.</a:t>
            </a:r>
            <a:endParaRPr lang="en-DE" sz="2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847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2330A-D450-35FB-7D50-ACB8265DD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8446527-325B-2CDE-9F9E-1C373DB833F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04186" y="469953"/>
            <a:ext cx="4771036" cy="414160"/>
          </a:xfrm>
          <a:noFill/>
        </p:spPr>
        <p:txBody>
          <a:bodyPr/>
          <a:lstStyle/>
          <a:p>
            <a:pPr lvl="0"/>
            <a:r>
              <a:rPr lang="en-GB" sz="4800" dirty="0">
                <a:latin typeface="Calibri Light" panose="020F0302020204030204" pitchFamily="34" charset="0"/>
                <a:ea typeface="Tahoma" panose="020B0604030504040204" pitchFamily="34" charset="0"/>
                <a:cs typeface="Calibri Light" panose="020F0302020204030204" pitchFamily="34" charset="0"/>
              </a:rPr>
              <a:t>Challenges</a:t>
            </a:r>
            <a:endParaRPr lang="en-DE" sz="4800" dirty="0">
              <a:latin typeface="Calibri Light" panose="020F0302020204030204" pitchFamily="34" charset="0"/>
              <a:ea typeface="Tahoma" panose="020B060403050404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91D29C2-8E30-0299-936A-443FC1624FA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B2918F-8907-4E2F-B187-5EE2D3F3720C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3F3F5B1-08FB-630E-14DC-B70B6D8B89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AI Project | </a:t>
            </a:r>
            <a:r>
              <a:rPr lang="en-GB" noProof="0" dirty="0" err="1"/>
              <a:t>ActSmart</a:t>
            </a:r>
            <a:r>
              <a:rPr lang="en-GB" noProof="0" dirty="0"/>
              <a:t>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6CA4B73-85D8-F03A-71AC-9A4B8996F59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7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F813496-FD07-0060-814A-B2E18A0B96AC}"/>
              </a:ext>
            </a:extLst>
          </p:cNvPr>
          <p:cNvCxnSpPr/>
          <p:nvPr/>
        </p:nvCxnSpPr>
        <p:spPr bwMode="gray">
          <a:xfrm>
            <a:off x="483312" y="1296035"/>
            <a:ext cx="1111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3098263D-1EF5-613A-BA3C-53CD7E349483}"/>
              </a:ext>
            </a:extLst>
          </p:cNvPr>
          <p:cNvSpPr txBox="1"/>
          <p:nvPr/>
        </p:nvSpPr>
        <p:spPr bwMode="gray">
          <a:xfrm>
            <a:off x="762000" y="1686560"/>
            <a:ext cx="10529220" cy="44805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Automatic Speech Recognition (ASR) Challenges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hard to get accurate text when there is background noise.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Understanding different accents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of the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languages, or medical terms can be difficult.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Large Language Models (LLMs) Challenges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Sometimes, the AI may give wrong or made-up medical advice. 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These models need a lot of computer power to work properly.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Text-to-Speech (TTS) Challenges 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Making the voice sound natural and easy to understand for medical information is challenging.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Integration Challenges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Connecting ASR, LLMs, and TTS smoothly without delays is tricky.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Building a simple and easy-to-use system for everyone is important but not easy.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IN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127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BC0F9AC-860D-2482-7C67-8982E8FD57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4771036" cy="783021"/>
          </a:xfrm>
          <a:noFill/>
        </p:spPr>
        <p:txBody>
          <a:bodyPr/>
          <a:lstStyle/>
          <a:p>
            <a:pPr lvl="0"/>
            <a:r>
              <a:rPr lang="en-GB" sz="48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Methodology</a:t>
            </a:r>
            <a:endParaRPr lang="en-DE" sz="4800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5B9E70-6C40-4EAE-923C-29BA8E293D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9445AC4-1673-4DAA-9E05-D1F83E4F7B6E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2071969-DE94-8264-7F30-CCD5C7F16A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AI Project | ActSmart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63C40D5-3643-57B8-E01F-284213606D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8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57B86-A8FA-EB88-E9A8-BE56522CA57A}"/>
              </a:ext>
            </a:extLst>
          </p:cNvPr>
          <p:cNvCxnSpPr/>
          <p:nvPr/>
        </p:nvCxnSpPr>
        <p:spPr bwMode="gray">
          <a:xfrm>
            <a:off x="540000" y="1302707"/>
            <a:ext cx="1111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1649A2D9-3484-FEF7-4578-2BE0F0801620}"/>
              </a:ext>
            </a:extLst>
          </p:cNvPr>
          <p:cNvSpPr/>
          <p:nvPr/>
        </p:nvSpPr>
        <p:spPr bwMode="gray">
          <a:xfrm>
            <a:off x="3361355" y="1667443"/>
            <a:ext cx="1917290" cy="88489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Speech-to-Text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B64005-22CF-832D-3AC4-2FF708F86861}"/>
              </a:ext>
            </a:extLst>
          </p:cNvPr>
          <p:cNvSpPr/>
          <p:nvPr/>
        </p:nvSpPr>
        <p:spPr bwMode="gray">
          <a:xfrm>
            <a:off x="1966873" y="3287299"/>
            <a:ext cx="1917290" cy="88489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Symptom Preprocessing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695B64B-BC25-AD5B-988D-A8FDD0D12691}"/>
              </a:ext>
            </a:extLst>
          </p:cNvPr>
          <p:cNvSpPr/>
          <p:nvPr/>
        </p:nvSpPr>
        <p:spPr bwMode="gray">
          <a:xfrm>
            <a:off x="4881715" y="3287299"/>
            <a:ext cx="1917290" cy="88489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Symptom Matching   (Fuzzy Matching)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638ACF2-45BB-3AEC-690C-1E9A3BB73E94}"/>
              </a:ext>
            </a:extLst>
          </p:cNvPr>
          <p:cNvSpPr/>
          <p:nvPr/>
        </p:nvSpPr>
        <p:spPr bwMode="gray">
          <a:xfrm>
            <a:off x="9525400" y="4945819"/>
            <a:ext cx="1917290" cy="88489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Output Advice Text Display &amp; Speech 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A8FCFC-C11C-678B-71B2-79F7463899BE}"/>
              </a:ext>
            </a:extLst>
          </p:cNvPr>
          <p:cNvSpPr/>
          <p:nvPr/>
        </p:nvSpPr>
        <p:spPr bwMode="gray">
          <a:xfrm>
            <a:off x="6682375" y="4945819"/>
            <a:ext cx="1917290" cy="88489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Generate Health Advice 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0EC347-B527-04E8-D3C7-EAFCAE676684}"/>
              </a:ext>
            </a:extLst>
          </p:cNvPr>
          <p:cNvSpPr/>
          <p:nvPr/>
        </p:nvSpPr>
        <p:spPr bwMode="gray">
          <a:xfrm>
            <a:off x="3561059" y="4945819"/>
            <a:ext cx="1917290" cy="88489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Disease Prediction</a:t>
            </a: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CDF5B68-D192-377A-D2BE-13F11FB141B5}"/>
              </a:ext>
            </a:extLst>
          </p:cNvPr>
          <p:cNvSpPr/>
          <p:nvPr/>
        </p:nvSpPr>
        <p:spPr bwMode="gray">
          <a:xfrm>
            <a:off x="540000" y="1667443"/>
            <a:ext cx="1917290" cy="884898"/>
          </a:xfrm>
          <a:prstGeom prst="round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Input Voice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9A5890F-4029-FA43-375D-E7C0296BF251}"/>
              </a:ext>
            </a:extLst>
          </p:cNvPr>
          <p:cNvCxnSpPr>
            <a:stCxn id="20" idx="3"/>
            <a:endCxn id="11" idx="1"/>
          </p:cNvCxnSpPr>
          <p:nvPr/>
        </p:nvCxnSpPr>
        <p:spPr bwMode="gray">
          <a:xfrm>
            <a:off x="2457290" y="2109892"/>
            <a:ext cx="904065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D580863-410A-D580-F181-EAA2A8E9C483}"/>
              </a:ext>
            </a:extLst>
          </p:cNvPr>
          <p:cNvCxnSpPr>
            <a:stCxn id="11" idx="2"/>
            <a:endCxn id="14" idx="0"/>
          </p:cNvCxnSpPr>
          <p:nvPr/>
        </p:nvCxnSpPr>
        <p:spPr bwMode="gray">
          <a:xfrm flipH="1">
            <a:off x="2925518" y="2552341"/>
            <a:ext cx="1394482" cy="73495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8E42CF0F-5C7A-8FBF-3CB5-375B5A5CF76E}"/>
              </a:ext>
            </a:extLst>
          </p:cNvPr>
          <p:cNvCxnSpPr>
            <a:stCxn id="11" idx="2"/>
            <a:endCxn id="15" idx="0"/>
          </p:cNvCxnSpPr>
          <p:nvPr/>
        </p:nvCxnSpPr>
        <p:spPr bwMode="gray">
          <a:xfrm>
            <a:off x="4320000" y="2552341"/>
            <a:ext cx="1520360" cy="734958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9495942-BA7B-EF48-38DA-9AA109501A97}"/>
              </a:ext>
            </a:extLst>
          </p:cNvPr>
          <p:cNvCxnSpPr>
            <a:cxnSpLocks/>
            <a:stCxn id="14" idx="2"/>
            <a:endCxn id="18" idx="0"/>
          </p:cNvCxnSpPr>
          <p:nvPr/>
        </p:nvCxnSpPr>
        <p:spPr bwMode="gray">
          <a:xfrm>
            <a:off x="2925518" y="4172197"/>
            <a:ext cx="1594186" cy="77362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D59F722-E2BF-BD1D-DC72-15C88E089BA8}"/>
              </a:ext>
            </a:extLst>
          </p:cNvPr>
          <p:cNvCxnSpPr>
            <a:stCxn id="15" idx="2"/>
            <a:endCxn id="18" idx="0"/>
          </p:cNvCxnSpPr>
          <p:nvPr/>
        </p:nvCxnSpPr>
        <p:spPr bwMode="gray">
          <a:xfrm flipH="1">
            <a:off x="4519704" y="4172197"/>
            <a:ext cx="1320656" cy="773622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6EF3BF9-23B7-6849-40AD-8E7893836930}"/>
              </a:ext>
            </a:extLst>
          </p:cNvPr>
          <p:cNvCxnSpPr>
            <a:stCxn id="18" idx="3"/>
            <a:endCxn id="17" idx="1"/>
          </p:cNvCxnSpPr>
          <p:nvPr/>
        </p:nvCxnSpPr>
        <p:spPr bwMode="gray">
          <a:xfrm>
            <a:off x="5478349" y="5388268"/>
            <a:ext cx="1204026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0A70139-577D-0FC7-41A6-D2141B62C335}"/>
              </a:ext>
            </a:extLst>
          </p:cNvPr>
          <p:cNvCxnSpPr>
            <a:stCxn id="17" idx="3"/>
            <a:endCxn id="16" idx="1"/>
          </p:cNvCxnSpPr>
          <p:nvPr/>
        </p:nvCxnSpPr>
        <p:spPr bwMode="gray">
          <a:xfrm>
            <a:off x="8599665" y="5388268"/>
            <a:ext cx="925735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01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5BC0F9AC-860D-2482-7C67-8982E8FD57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04186" y="469953"/>
            <a:ext cx="4771036" cy="414160"/>
          </a:xfrm>
          <a:noFill/>
        </p:spPr>
        <p:txBody>
          <a:bodyPr/>
          <a:lstStyle/>
          <a:p>
            <a:pPr lvl="0"/>
            <a:r>
              <a:rPr lang="en-GB" sz="4800" dirty="0">
                <a:latin typeface="Calibri Light" panose="020F0302020204030204" pitchFamily="34" charset="0"/>
                <a:ea typeface="Tahoma" panose="020B0604030504040204" pitchFamily="34" charset="0"/>
                <a:cs typeface="Calibri Light" panose="020F0302020204030204" pitchFamily="34" charset="0"/>
              </a:rPr>
              <a:t>Results</a:t>
            </a:r>
            <a:endParaRPr lang="en-DE" sz="4800" dirty="0">
              <a:latin typeface="Calibri Light" panose="020F0302020204030204" pitchFamily="34" charset="0"/>
              <a:ea typeface="Tahoma" panose="020B060403050404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5B9E70-6C40-4EAE-923C-29BA8E293D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B2918F-8907-4E2F-B187-5EE2D3F3720C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2071969-DE94-8264-7F30-CCD5C7F16A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AI Project | </a:t>
            </a:r>
            <a:r>
              <a:rPr lang="en-GB" noProof="0" dirty="0" err="1"/>
              <a:t>ActSmart</a:t>
            </a:r>
            <a:r>
              <a:rPr lang="en-GB" noProof="0" dirty="0"/>
              <a:t>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63C40D5-3643-57B8-E01F-284213606D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9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57B86-A8FA-EB88-E9A8-BE56522CA57A}"/>
              </a:ext>
            </a:extLst>
          </p:cNvPr>
          <p:cNvCxnSpPr/>
          <p:nvPr/>
        </p:nvCxnSpPr>
        <p:spPr bwMode="gray">
          <a:xfrm>
            <a:off x="483312" y="1296035"/>
            <a:ext cx="1111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F565283-7312-D91A-4578-D7E78B9D5564}"/>
              </a:ext>
            </a:extLst>
          </p:cNvPr>
          <p:cNvSpPr txBox="1"/>
          <p:nvPr/>
        </p:nvSpPr>
        <p:spPr bwMode="gray">
          <a:xfrm>
            <a:off x="782320" y="1686560"/>
            <a:ext cx="10508900" cy="447826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Speech-to-Text Conversion: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system captures and converts user speech into text with high accuracy using ASR.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Example Input: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"I have a cold fever and body pain but not that much headache."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Output: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Recognized Text: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"I have a cold fever and body pain but not that much headache.“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Symptom Extraction and Matching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system analyzes the text, extracting and categorizing symptoms into positive, negated, and qualified symptoms.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Output: 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Positive Symptoms: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['body', 'headache', 'fever', 'pain’]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Negated Symptoms: 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['much’]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Qualified Symptoms: 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[('headache', 'much'), ('much', 'that'), ('fever', 'cold’)]</a:t>
            </a: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Possible Conditions: </a:t>
            </a: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acute bronchitis, anxiety, strep throat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IN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817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1EB7C-39C9-AFB9-09DB-25CE15846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62ED74CE-DC5D-0E1F-9BE2-E4B0B557994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04186" y="469953"/>
            <a:ext cx="4771036" cy="414160"/>
          </a:xfrm>
          <a:noFill/>
        </p:spPr>
        <p:txBody>
          <a:bodyPr/>
          <a:lstStyle/>
          <a:p>
            <a:pPr lvl="0"/>
            <a:r>
              <a:rPr lang="en-GB" sz="4800" dirty="0">
                <a:latin typeface="Calibri Light" panose="020F0302020204030204" pitchFamily="34" charset="0"/>
                <a:ea typeface="Tahoma" panose="020B0604030504040204" pitchFamily="34" charset="0"/>
                <a:cs typeface="Calibri Light" panose="020F0302020204030204" pitchFamily="34" charset="0"/>
              </a:rPr>
              <a:t>Results</a:t>
            </a:r>
            <a:endParaRPr lang="en-DE" sz="4800" dirty="0">
              <a:latin typeface="Calibri Light" panose="020F0302020204030204" pitchFamily="34" charset="0"/>
              <a:ea typeface="Tahoma" panose="020B060403050404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90684CC-1000-3F6A-8EE9-A9A275B941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B2918F-8907-4E2F-B187-5EE2D3F3720C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779B0-230A-F630-9CC0-2CA40D696E5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AI Project | ActSmart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0700D27-EBA6-8386-5CA3-ED293A016E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10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C4AC347-0A08-7C0B-D5AD-4C0083DD1926}"/>
              </a:ext>
            </a:extLst>
          </p:cNvPr>
          <p:cNvCxnSpPr/>
          <p:nvPr/>
        </p:nvCxnSpPr>
        <p:spPr bwMode="gray">
          <a:xfrm>
            <a:off x="483312" y="1296035"/>
            <a:ext cx="1111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9D449B71-ABBE-FD0F-932C-53719E7C02DB}"/>
              </a:ext>
            </a:extLst>
          </p:cNvPr>
          <p:cNvSpPr txBox="1"/>
          <p:nvPr/>
        </p:nvSpPr>
        <p:spPr bwMode="gray">
          <a:xfrm>
            <a:off x="540000" y="1451164"/>
            <a:ext cx="11553678" cy="50488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Using LLM AI for Health Advice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system uses Llama 3.1 8B instruct model to generate concise and relevant advice focused on:</a:t>
            </a:r>
          </a:p>
          <a:p>
            <a:pPr marL="1200150" lvl="2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Food recommendations.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Over-the-counter medicines.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00150" lvl="2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Self-care tips.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For example : 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Note:  I am an AI and cannot give medical advice.  The symptoms described suggest potential illness.             Seek medical attention immediately. This advice is for temporary comfort only until you can see a doctor.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Food Recommendations: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Stay hydrated: Drink plenty of fluids, such as water, clear broth, or electrolyte-rich beverages like coconut water or sports drinks. Aim for at least 8-10 glasses of fluid per day.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Ease digestion: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Opt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for bland, easily digestible foods like bananas, rice, applesauce, and toast (BRAT diet). Avoid spicy, fatty, or heavy foods that can exacerbate symptoms.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Boost immunity: Incorporate immune-boosting foods like citrus fruits (e.g., oranges, grapefruits), leafy greens (e.g., spinach, kale), and fermented foods (e.g., yogurt, kefir) into your diet.</a:t>
            </a:r>
          </a:p>
        </p:txBody>
      </p:sp>
    </p:spTree>
    <p:extLst>
      <p:ext uri="{BB962C8B-B14F-4D97-AF65-F5344CB8AC3E}">
        <p14:creationId xmlns:p14="http://schemas.microsoft.com/office/powerpoint/2010/main" val="4092350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37F2A-17DD-6C6D-756E-DB8438F47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3FB1AFA9-7E72-47BC-2E2A-7A76B02043C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04186" y="469953"/>
            <a:ext cx="4771036" cy="414160"/>
          </a:xfrm>
          <a:noFill/>
        </p:spPr>
        <p:txBody>
          <a:bodyPr/>
          <a:lstStyle/>
          <a:p>
            <a:pPr lvl="0"/>
            <a:r>
              <a:rPr lang="en-GB" sz="4800" dirty="0">
                <a:latin typeface="Calibri Light" panose="020F0302020204030204" pitchFamily="34" charset="0"/>
                <a:ea typeface="Tahoma" panose="020B0604030504040204" pitchFamily="34" charset="0"/>
                <a:cs typeface="Calibri Light" panose="020F0302020204030204" pitchFamily="34" charset="0"/>
              </a:rPr>
              <a:t>Results</a:t>
            </a:r>
            <a:endParaRPr lang="en-DE" sz="4800" dirty="0">
              <a:latin typeface="Calibri Light" panose="020F0302020204030204" pitchFamily="34" charset="0"/>
              <a:ea typeface="Tahoma" panose="020B060403050404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37AC64D-614D-87F6-17A6-094C3560767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B2918F-8907-4E2F-B187-5EE2D3F3720C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32C654C-5A77-DDAB-1603-44C3E3D0378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AI Project | ActSmart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38080D-C06C-24D5-E3EC-7654F9BC38B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11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7849D7-9DFD-C4E2-10C3-EBE7B18B4487}"/>
              </a:ext>
            </a:extLst>
          </p:cNvPr>
          <p:cNvCxnSpPr/>
          <p:nvPr/>
        </p:nvCxnSpPr>
        <p:spPr bwMode="gray">
          <a:xfrm>
            <a:off x="483312" y="1296035"/>
            <a:ext cx="1111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8824BFD-661D-DAA5-6EEC-6F2E09ECAE5B}"/>
              </a:ext>
            </a:extLst>
          </p:cNvPr>
          <p:cNvSpPr txBox="1"/>
          <p:nvPr/>
        </p:nvSpPr>
        <p:spPr bwMode="gray">
          <a:xfrm>
            <a:off x="782320" y="1686560"/>
            <a:ext cx="11043920" cy="54418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1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Medicines: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Pain relief: Over-the-counter pain relievers like acetaminophen (Tylenol) or ibuprofen (Advil, Motrin) can help alleviate headaches and body aches. Always follow the recommended dosage and consult your doctor if necessary.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Fever reduction: If your fever is above 102°F (39°C), you can take over-the-counter medications like acetaminophen or ibuprofen. However, always consult your doctor before giving medication to children or if you have a history of kidney or liver disease.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Self-Care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: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1. Rest: Get plenty of rest to help your body recover. Aim for 8-10 hours of sleep per night.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2. Hygiene: Practice good hygiene by washing your hands frequently, especially after blowing your nose, coughing, or sneezing.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3. Stress management: Engage in stress-reducing activities like meditation, deep breathing, or yoga to help manage anxiety and promote relaxation.</a:t>
            </a:r>
          </a:p>
          <a:p>
            <a:pPr lvl="1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1908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6EB6D-3404-AD75-7330-A46015292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F075B1BA-413A-EBB0-2C7B-1DBA2497695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04186" y="469953"/>
            <a:ext cx="4771036" cy="414160"/>
          </a:xfrm>
          <a:noFill/>
        </p:spPr>
        <p:txBody>
          <a:bodyPr/>
          <a:lstStyle/>
          <a:p>
            <a:pPr lvl="0"/>
            <a:r>
              <a:rPr lang="en-GB" sz="4800" dirty="0">
                <a:latin typeface="Calibri Light" panose="020F0302020204030204" pitchFamily="34" charset="0"/>
                <a:ea typeface="Tahoma" panose="020B0604030504040204" pitchFamily="34" charset="0"/>
                <a:cs typeface="Calibri Light" panose="020F0302020204030204" pitchFamily="34" charset="0"/>
              </a:rPr>
              <a:t>Results</a:t>
            </a:r>
            <a:endParaRPr lang="en-DE" sz="4800" dirty="0">
              <a:latin typeface="Calibri Light" panose="020F0302020204030204" pitchFamily="34" charset="0"/>
              <a:ea typeface="Tahoma" panose="020B060403050404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1AE867-C9DE-CC48-0D5E-B216CCAD344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B2918F-8907-4E2F-B187-5EE2D3F3720C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644F729-55ED-6CC1-EAFD-1E5EE06CA0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AI Project | ActSmart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B7734A-3C43-8B83-9878-B35D613C4C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12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489D32-1CB0-22F6-3761-542A089E51C8}"/>
              </a:ext>
            </a:extLst>
          </p:cNvPr>
          <p:cNvCxnSpPr/>
          <p:nvPr/>
        </p:nvCxnSpPr>
        <p:spPr bwMode="gray">
          <a:xfrm>
            <a:off x="483312" y="1296035"/>
            <a:ext cx="1111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503DB7A-E789-0FD0-FDCE-783AA8E03259}"/>
              </a:ext>
            </a:extLst>
          </p:cNvPr>
          <p:cNvSpPr txBox="1"/>
          <p:nvPr/>
        </p:nvSpPr>
        <p:spPr bwMode="gray">
          <a:xfrm>
            <a:off x="784862" y="1606256"/>
            <a:ext cx="10508900" cy="45765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4. Monitor symptoms: Keep track of your symptoms and consult your doctor if they worsen or persist. If you experience difficulty breathing, chest pain, or severe headache, seek immediate medical attention.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Remember to consult your doctor if your symptoms persist or worsen over time. They can provide personalized guidance and help you determine the best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coursePlease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consult a healthcare professional for specific advice based on your symptoms.   </a:t>
            </a:r>
          </a:p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endParaRPr lang="en-US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Text-to-Speech (TTS) for Accessibility: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generated advice is converted into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natural-sounding speech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using GTTS ensuring accessibility for all users.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Converts the generated advice into natural-sounding speech, making it accessible for all users.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Spoken Output: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"The possible conditions are acute bronchitis, anxiety, and strep throat. Here’s the advice: Stay hydrated, eat light meals, and rest. Consult a doctor for further guidance."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IN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45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F7ACE-8BC3-6322-692D-893BE4C45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4B0E2183-AC9C-DF1D-E383-935BE7BF3C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04186" y="469953"/>
            <a:ext cx="4771036" cy="414160"/>
          </a:xfrm>
          <a:noFill/>
        </p:spPr>
        <p:txBody>
          <a:bodyPr/>
          <a:lstStyle/>
          <a:p>
            <a:pPr lvl="0"/>
            <a:r>
              <a:rPr lang="en-GB" sz="4800" dirty="0">
                <a:latin typeface="Calibri Light" panose="020F0302020204030204" pitchFamily="34" charset="0"/>
                <a:ea typeface="Tahoma" panose="020B0604030504040204" pitchFamily="34" charset="0"/>
                <a:cs typeface="Calibri Light" panose="020F0302020204030204" pitchFamily="34" charset="0"/>
              </a:rPr>
              <a:t>Future Work</a:t>
            </a:r>
            <a:endParaRPr lang="en-DE" sz="4800" dirty="0">
              <a:latin typeface="Calibri Light" panose="020F0302020204030204" pitchFamily="34" charset="0"/>
              <a:ea typeface="Tahoma" panose="020B060403050404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70CB2E7-CFAF-8837-0F4B-41713570E0D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B2918F-8907-4E2F-B187-5EE2D3F3720C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BB8519-13FC-876F-3B31-BC4188596C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AI Project | ActSmart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C06BDB8-E88F-917E-4A26-28476389A9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13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B5CE19-818E-7D5E-9137-9FAF0342B461}"/>
              </a:ext>
            </a:extLst>
          </p:cNvPr>
          <p:cNvCxnSpPr/>
          <p:nvPr/>
        </p:nvCxnSpPr>
        <p:spPr bwMode="gray">
          <a:xfrm>
            <a:off x="483312" y="1296035"/>
            <a:ext cx="1111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874EE68-2A0F-FD2F-8591-F334C590A148}"/>
              </a:ext>
            </a:extLst>
          </p:cNvPr>
          <p:cNvSpPr txBox="1"/>
          <p:nvPr/>
        </p:nvSpPr>
        <p:spPr bwMode="gray">
          <a:xfrm>
            <a:off x="784862" y="1606256"/>
            <a:ext cx="10508900" cy="45765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Enhance Symptom Detection</a:t>
            </a:r>
            <a:br>
              <a:rPr lang="en-US" dirty="0"/>
            </a:br>
            <a:r>
              <a:rPr lang="en-US" dirty="0"/>
              <a:t>Improve the system’s ability to recognize complex medical terms, rare symptoms, and multi-language inputs for better accessibility.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Personalized Healthcare Insights</a:t>
            </a:r>
            <a:br>
              <a:rPr lang="en-US" dirty="0"/>
            </a:br>
            <a:r>
              <a:rPr lang="en-US" dirty="0"/>
              <a:t>Develop personalized recommendations based on user medical history, age, gender, and other demographic factors.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Integration with Wearable Devices</a:t>
            </a:r>
            <a:br>
              <a:rPr lang="en-US" dirty="0"/>
            </a:br>
            <a:r>
              <a:rPr lang="en-US" dirty="0"/>
              <a:t>Enable integration with IoT devices like smartwatches or fitness trackers for real-time health monitoring and analysis.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Proactive Health Notifications</a:t>
            </a:r>
            <a:br>
              <a:rPr lang="en-US" dirty="0"/>
            </a:br>
            <a:r>
              <a:rPr lang="en-US" dirty="0"/>
              <a:t>Add a feature to notify users about preventive health measures, vaccine schedules, or early warning signs based on their data.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/>
              <a:t>Mobile and Cloud Integration</a:t>
            </a:r>
            <a:br>
              <a:rPr lang="en-US" dirty="0"/>
            </a:br>
            <a:r>
              <a:rPr lang="en-US" dirty="0"/>
              <a:t>Build a mobile application or cloud-based platform for wider accessibility and scalability.</a:t>
            </a:r>
            <a:endParaRPr lang="en-IN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036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ADF717-AB4B-7D20-1FD4-139CF24D3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B8B522E8-8C97-B076-A8F5-8CD93427A9C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604186" y="469953"/>
            <a:ext cx="4771036" cy="414160"/>
          </a:xfrm>
          <a:noFill/>
        </p:spPr>
        <p:txBody>
          <a:bodyPr/>
          <a:lstStyle/>
          <a:p>
            <a:pPr lvl="0"/>
            <a:r>
              <a:rPr lang="en-IN" sz="4800" dirty="0" err="1">
                <a:latin typeface="Calibri Light" panose="020F0302020204030204" pitchFamily="34" charset="0"/>
                <a:ea typeface="Tahoma" panose="020B0604030504040204" pitchFamily="34" charset="0"/>
                <a:cs typeface="Calibri Light" panose="020F0302020204030204" pitchFamily="34" charset="0"/>
              </a:rPr>
              <a:t>Referance</a:t>
            </a:r>
            <a:endParaRPr lang="en-DE" sz="4800" dirty="0">
              <a:latin typeface="Calibri Light" panose="020F0302020204030204" pitchFamily="34" charset="0"/>
              <a:ea typeface="Tahoma" panose="020B060403050404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718578B-06DD-8F37-469C-3E9658E1D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B2918F-8907-4E2F-B187-5EE2D3F3720C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7161C14-71AB-9CF5-8A92-8CF71133B1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AI Project | ActSmart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528F116-7F32-8AC2-EADD-7771FFE2506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14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BFE3FC-87B0-D2AA-F793-23B42482E749}"/>
              </a:ext>
            </a:extLst>
          </p:cNvPr>
          <p:cNvCxnSpPr/>
          <p:nvPr/>
        </p:nvCxnSpPr>
        <p:spPr bwMode="gray">
          <a:xfrm>
            <a:off x="483312" y="1296035"/>
            <a:ext cx="111120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5A9F8341-9D8F-4D73-4559-0267B0CA7937}"/>
              </a:ext>
            </a:extLst>
          </p:cNvPr>
          <p:cNvSpPr txBox="1"/>
          <p:nvPr/>
        </p:nvSpPr>
        <p:spPr bwMode="gray">
          <a:xfrm>
            <a:off x="784862" y="1606256"/>
            <a:ext cx="10508900" cy="45765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Natural Language Processing for Healthcare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i="1" dirty="0" err="1">
                <a:latin typeface="Arial" panose="020B0604020202020204" pitchFamily="34" charset="0"/>
                <a:cs typeface="Arial" panose="020B0604020202020204" pitchFamily="34" charset="0"/>
              </a:rPr>
              <a:t>Alsentzer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, E., Murphy, J., Boag, W., Weng, W., Jin, D., Naumann, T., &amp; McDermott, M. (2019). Publicly Available Clinical BERT Embeddings.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https://arxiv.org/abs/1904.03323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Text-to-Speech Systems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Ping, W., Peng, K., Zhao, K., &amp; Song, Z. (2018). Deep Voice 3: 2000-Speaker Neural Text-to-Speech.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https://arxiv.org/abs/1710.07654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Advancements in ASR Systems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Radford, A., Kim, J. W., Xu, T., Brockman, G., </a:t>
            </a:r>
            <a:r>
              <a:rPr lang="en-IN" i="1" dirty="0" err="1">
                <a:latin typeface="Arial" panose="020B0604020202020204" pitchFamily="34" charset="0"/>
                <a:cs typeface="Arial" panose="020B0604020202020204" pitchFamily="34" charset="0"/>
              </a:rPr>
              <a:t>McLeavey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, C., &amp; </a:t>
            </a:r>
            <a:r>
              <a:rPr lang="en-IN" i="1" dirty="0" err="1">
                <a:latin typeface="Arial" panose="020B0604020202020204" pitchFamily="34" charset="0"/>
                <a:cs typeface="Arial" panose="020B0604020202020204" pitchFamily="34" charset="0"/>
              </a:rPr>
              <a:t>Sutskever</a:t>
            </a:r>
            <a:r>
              <a:rPr lang="en-IN" i="1" dirty="0">
                <a:latin typeface="Arial" panose="020B0604020202020204" pitchFamily="34" charset="0"/>
                <a:cs typeface="Arial" panose="020B0604020202020204" pitchFamily="34" charset="0"/>
              </a:rPr>
              <a:t>, I. (2023). Robust Speech Recognition via Large-Scale Pretraining.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https://arxiv.org/abs/2302.06283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+mj-lt"/>
              <a:buAutoNum type="arabicPeriod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Large Language Models in Healthcare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i="1" dirty="0">
                <a:latin typeface="Arial" panose="020B0604020202020204" pitchFamily="34" charset="0"/>
                <a:cs typeface="Arial" panose="020B0604020202020204" pitchFamily="34" charset="0"/>
              </a:rPr>
              <a:t>Nori, H., King, N., McKinney, S. M., Carignan, D., &amp; Horvitz, E. (2023). Capabilities of GPT-4 on Medical Challenge Problems.</a:t>
            </a:r>
            <a:b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https://arxiv.org/abs/2303.13375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6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5B9E70-6C40-4EAE-923C-29BA8E293D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870DE1E-581E-4CB4-B9B5-8D72FB33B924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2071969-DE94-8264-7F30-CCD5C7F16A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 dirty="0"/>
              <a:t>AI Project | ActSmart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63C40D5-3643-57B8-E01F-284213606D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15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57B86-A8FA-EB88-E9A8-BE56522CA57A}"/>
              </a:ext>
            </a:extLst>
          </p:cNvPr>
          <p:cNvCxnSpPr/>
          <p:nvPr/>
        </p:nvCxnSpPr>
        <p:spPr bwMode="gray">
          <a:xfrm>
            <a:off x="540000" y="1302707"/>
            <a:ext cx="11112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AD608FE-8757-BDA4-310D-8AEEB70F8DED}"/>
              </a:ext>
            </a:extLst>
          </p:cNvPr>
          <p:cNvSpPr txBox="1"/>
          <p:nvPr/>
        </p:nvSpPr>
        <p:spPr bwMode="gray">
          <a:xfrm>
            <a:off x="1746913" y="2347415"/>
            <a:ext cx="8202305" cy="266130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GB" sz="9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Any Questions?</a:t>
            </a:r>
            <a:endParaRPr lang="en-DE" sz="9600" dirty="0" err="1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0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5B9E70-6C40-4EAE-923C-29BA8E293D5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D2395BA-F7B4-492F-A1FE-CAFC0FFBBE57}" type="datetime3">
              <a:rPr lang="en-US" noProof="0" smtClean="0"/>
              <a:t>30 January 2025</a:t>
            </a:fld>
            <a:endParaRPr lang="de-DE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2071969-DE94-8264-7F30-CCD5C7F16A8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noProof="0"/>
              <a:t>AI Project | ActSmart Human Machine Interaction</a:t>
            </a:r>
            <a:endParaRPr lang="de-DE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63C40D5-3643-57B8-E01F-284213606DE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16</a:t>
            </a:fld>
            <a:endParaRPr lang="de-DE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1157B86-A8FA-EB88-E9A8-BE56522CA57A}"/>
              </a:ext>
            </a:extLst>
          </p:cNvPr>
          <p:cNvCxnSpPr/>
          <p:nvPr/>
        </p:nvCxnSpPr>
        <p:spPr bwMode="gray">
          <a:xfrm>
            <a:off x="540000" y="1302707"/>
            <a:ext cx="11112000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AD608FE-8757-BDA4-310D-8AEEB70F8DED}"/>
              </a:ext>
            </a:extLst>
          </p:cNvPr>
          <p:cNvSpPr txBox="1"/>
          <p:nvPr/>
        </p:nvSpPr>
        <p:spPr bwMode="gray">
          <a:xfrm>
            <a:off x="1746913" y="2347415"/>
            <a:ext cx="8202305" cy="266130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GB" sz="9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br>
              <a:rPr lang="en-GB" sz="9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960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☺️</a:t>
            </a:r>
            <a:endParaRPr lang="en-DE" sz="9600" dirty="0" err="1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461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TH">
  <a:themeElements>
    <a:clrScheme name="Benutzerdefiniert 1">
      <a:dk1>
        <a:srgbClr val="000000"/>
      </a:dk1>
      <a:lt1>
        <a:srgbClr val="FFFFFF"/>
      </a:lt1>
      <a:dk2>
        <a:srgbClr val="000000"/>
      </a:dk2>
      <a:lt2>
        <a:srgbClr val="B0A79D"/>
      </a:lt2>
      <a:accent1>
        <a:srgbClr val="F19400"/>
      </a:accent1>
      <a:accent2>
        <a:srgbClr val="7FA8B6"/>
      </a:accent2>
      <a:accent3>
        <a:srgbClr val="A24885"/>
      </a:accent3>
      <a:accent4>
        <a:srgbClr val="78A26E"/>
      </a:accent4>
      <a:accent5>
        <a:srgbClr val="CBC4BE"/>
      </a:accent5>
      <a:accent6>
        <a:srgbClr val="F8BB6B"/>
      </a:accent6>
      <a:hlink>
        <a:srgbClr val="8A8079"/>
      </a:hlink>
      <a:folHlink>
        <a:srgbClr val="F294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lIns="36000" tIns="36000" rIns="36000" bIns="36000" rtlCol="0" anchor="ctr"/>
      <a:lstStyle>
        <a:defPPr algn="ctr">
          <a:lnSpc>
            <a:spcPct val="90000"/>
          </a:lnSpc>
          <a:spcAft>
            <a:spcPts val="1000"/>
          </a:spcAft>
          <a:defRPr sz="14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rnd" cmpd="sng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285750" indent="-285750" algn="l">
          <a:lnSpc>
            <a:spcPct val="90000"/>
          </a:lnSpc>
          <a:spcAft>
            <a:spcPts val="1000"/>
          </a:spcAft>
          <a:buClr>
            <a:schemeClr val="accent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TH">
  <a:themeElements>
    <a:clrScheme name="Benutzerdefiniert 1">
      <a:dk1>
        <a:srgbClr val="000000"/>
      </a:dk1>
      <a:lt1>
        <a:srgbClr val="FFFFFF"/>
      </a:lt1>
      <a:dk2>
        <a:srgbClr val="000000"/>
      </a:dk2>
      <a:lt2>
        <a:srgbClr val="B0A79D"/>
      </a:lt2>
      <a:accent1>
        <a:srgbClr val="F19400"/>
      </a:accent1>
      <a:accent2>
        <a:srgbClr val="7FA8B6"/>
      </a:accent2>
      <a:accent3>
        <a:srgbClr val="A24885"/>
      </a:accent3>
      <a:accent4>
        <a:srgbClr val="78A26E"/>
      </a:accent4>
      <a:accent5>
        <a:srgbClr val="CBC4BE"/>
      </a:accent5>
      <a:accent6>
        <a:srgbClr val="F8BB6B"/>
      </a:accent6>
      <a:hlink>
        <a:srgbClr val="8A8079"/>
      </a:hlink>
      <a:folHlink>
        <a:srgbClr val="F294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lIns="36000" tIns="36000" rIns="36000" bIns="36000" rtlCol="0" anchor="ctr"/>
      <a:lstStyle>
        <a:defPPr algn="ctr">
          <a:lnSpc>
            <a:spcPct val="90000"/>
          </a:lnSpc>
          <a:spcAft>
            <a:spcPts val="1000"/>
          </a:spcAft>
          <a:defRPr sz="14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rnd" cmpd="sng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285750" indent="-285750" algn="l">
          <a:lnSpc>
            <a:spcPct val="90000"/>
          </a:lnSpc>
          <a:spcAft>
            <a:spcPts val="1000"/>
          </a:spcAft>
          <a:buClr>
            <a:schemeClr val="accent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1507</Words>
  <Application>Microsoft Office PowerPoint</Application>
  <PresentationFormat>Widescreen</PresentationFormat>
  <Paragraphs>182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Aptos</vt:lpstr>
      <vt:lpstr>Arial</vt:lpstr>
      <vt:lpstr>Calibri</vt:lpstr>
      <vt:lpstr>Calibri Light</vt:lpstr>
      <vt:lpstr>Tahoma</vt:lpstr>
      <vt:lpstr>Times New Roman</vt:lpstr>
      <vt:lpstr>Wingdings</vt:lpstr>
      <vt:lpstr>OTH</vt:lpstr>
      <vt:lpstr>OTH</vt:lpstr>
      <vt:lpstr>Actsmart human machine interaction FOR Healthcare</vt:lpstr>
      <vt:lpstr>Group Members</vt:lpstr>
      <vt:lpstr>Content</vt:lpstr>
      <vt:lpstr>Introduction</vt:lpstr>
      <vt:lpstr>Motivation</vt:lpstr>
      <vt:lpstr>Objective</vt:lpstr>
      <vt:lpstr>Challenges</vt:lpstr>
      <vt:lpstr>Methodology</vt:lpstr>
      <vt:lpstr>Results</vt:lpstr>
      <vt:lpstr>Results</vt:lpstr>
      <vt:lpstr>Results</vt:lpstr>
      <vt:lpstr>Results</vt:lpstr>
      <vt:lpstr>Future Work</vt:lpstr>
      <vt:lpstr>Referance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Gajera Dhananjay Jaysukhbhai</dc:creator>
  <cp:lastModifiedBy>keval viradiya</cp:lastModifiedBy>
  <cp:revision>3</cp:revision>
  <dcterms:created xsi:type="dcterms:W3CDTF">2024-06-29T22:20:38Z</dcterms:created>
  <dcterms:modified xsi:type="dcterms:W3CDTF">2025-01-30T13:52:10Z</dcterms:modified>
</cp:coreProperties>
</file>